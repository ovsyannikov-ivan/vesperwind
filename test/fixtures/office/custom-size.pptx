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c5ba9a2962bd4a6c" /><Relationship Type="http://schemas.openxmlformats.org/officeDocument/2006/relationships/extended-properties" Target="/docProps/app.xml" Id="Rd81fdc7d9e504aed" /><Relationship Type="http://schemas.openxmlformats.org/officeDocument/2006/relationships/officeDocument" Target="/ppt/presentation.xml" Id="Re80a17b508ab4f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b609323d524434"/>
  </p:sldMasterIdLst>
  <p:notesMasterIdLst>
    <p:notesMasterId xmlns:r="http://schemas.openxmlformats.org/officeDocument/2006/relationships" r:id="R10ef6280100e4e51"/>
  </p:notesMasterIdLst>
  <p:sldIdLst>
    <p:sldId xmlns:r="http://schemas.openxmlformats.org/officeDocument/2006/relationships" id="256" r:id="R0a91fc9caa2d4132"/>
    <p:sldId xmlns:r="http://schemas.openxmlformats.org/officeDocument/2006/relationships" id="257" r:id="R319b2a7c57314166"/>
    <p:sldId xmlns:r="http://schemas.openxmlformats.org/officeDocument/2006/relationships" id="258" r:id="R4c6124ee5cf54f06"/>
  </p:sldIdLst>
  <p:sldSz cx="95250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631a5f712a99440e" /><Relationship Type="http://schemas.openxmlformats.org/officeDocument/2006/relationships/slideMaster" Target="/ppt/slideMasters/slideMaster1.xml" Id="Rddb609323d524434" /><Relationship Type="http://schemas.openxmlformats.org/officeDocument/2006/relationships/notesMaster" Target="/ppt/notesMasters/notesMaster1.xml" Id="R10ef6280100e4e51" /><Relationship Type="http://schemas.openxmlformats.org/officeDocument/2006/relationships/presProps" Target="/ppt/presProps.xml" Id="Rc33e73455bc749e1" /><Relationship Type="http://schemas.openxmlformats.org/officeDocument/2006/relationships/tableStyles" Target="/ppt/tableStyles.xml" Id="R952279a086d14360" /><Relationship Type="http://schemas.openxmlformats.org/officeDocument/2006/relationships/slide" Target="/ppt/slides/slide1.xml" Id="R0a91fc9caa2d4132" /><Relationship Type="http://schemas.openxmlformats.org/officeDocument/2006/relationships/slide" Target="/ppt/slides/slide2.xml" Id="R319b2a7c57314166" /><Relationship Type="http://schemas.openxmlformats.org/officeDocument/2006/relationships/slide" Target="/ppt/slides/slide3.xml" Id="R4c6124ee5cf54f06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b099269b343945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d198c1cc6a5d495b" /><Relationship Type="http://schemas.openxmlformats.org/officeDocument/2006/relationships/notesMaster" Target="/ppt/notesMasters/notesMaster1.xml" Id="R17e5e188873d4d9f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b5c3febbe326447c" /><Relationship Type="http://schemas.openxmlformats.org/officeDocument/2006/relationships/notesMaster" Target="/ppt/notesMasters/notesMaster1.xml" Id="Rc8afc2d33a0d449e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8fd375b670a64917" /><Relationship Type="http://schemas.openxmlformats.org/officeDocument/2006/relationships/notesMaster" Target="/ppt/notesMasters/notesMaster1.xml" Id="R77cb9a0e3f0346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custom-size ·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custom-size ·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custom-size ·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46869e339ac146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5b941bd5d19245cd" /><Relationship Type="http://schemas.openxmlformats.org/officeDocument/2006/relationships/slideLayout" Target="/ppt/slideLayouts/slideLayout1.xml" Id="R831c57cd226e44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1c57cd226e44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07876ec35074059" /><Relationship Type="http://schemas.openxmlformats.org/officeDocument/2006/relationships/notesSlide" Target="/ppt/notesSlides/notesSlide1.xml" Id="Rf3b14c7dd36b4f06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d7bae5faac94e2a" /><Relationship Type="http://schemas.openxmlformats.org/officeDocument/2006/relationships/notesSlide" Target="/ppt/notesSlides/notesSlide2.xml" Id="R3e580348a5324703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0123bde1ac140f0" /><Relationship Type="http://schemas.openxmlformats.org/officeDocument/2006/relationships/notesSlide" Target="/ppt/notesSlides/notesSlide3.xml" Id="Rfb542a32d3594e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4160A-ACED-4C42-BD7B-E231AC00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custom-size ·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9A235-7B5C-46A7-98EB-8C6BC6E9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76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923518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92EFC-65B4-437A-BF7A-860EB3A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custom-size ·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1F499-D7E9-4719-A015-D42F0EF8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76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9634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38CD4-DDD6-4542-A5BD-597605A2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custom-size ·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C8E37-502D-4A4D-90FA-9369B34E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76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6786205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2026-10-04T19:51:13.6170000Z</dcterms:created>
  <dcterms:modified xsi:type="dcterms:W3CDTF">2026-10-04T19:51:13.6170000Z</dcterms:modified>
</coreProperties>
</file>
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d771e188972b400c" /><Relationship Type="http://schemas.openxmlformats.org/officeDocument/2006/relationships/extended-properties" Target="/docProps/app.xml" Id="R5d9bb8329cfd4c6a" /><Relationship Type="http://schemas.openxmlformats.org/officeDocument/2006/relationships/officeDocument" Target="/ppt/presentation.xml" Id="Rdca18e26962648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2cf948604c4765"/>
  </p:sldMasterIdLst>
  <p:notesMasterIdLst>
    <p:notesMasterId xmlns:r="http://schemas.openxmlformats.org/officeDocument/2006/relationships" r:id="Rd2ab473353e84491"/>
  </p:notesMasterIdLst>
  <p:sldIdLst>
    <p:sldId xmlns:r="http://schemas.openxmlformats.org/officeDocument/2006/relationships" id="256" r:id="Rfcfab5fc5d57485c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2ae64659fad44364" /><Relationship Type="http://schemas.openxmlformats.org/officeDocument/2006/relationships/slideMaster" Target="/ppt/slideMasters/slideMaster1.xml" Id="R1c2cf948604c4765" /><Relationship Type="http://schemas.openxmlformats.org/officeDocument/2006/relationships/notesMaster" Target="/ppt/notesMasters/notesMaster1.xml" Id="Rd2ab473353e84491" /><Relationship Type="http://schemas.openxmlformats.org/officeDocument/2006/relationships/presProps" Target="/ppt/presProps.xml" Id="R74bd91e3a46c4d75" /><Relationship Type="http://schemas.openxmlformats.org/officeDocument/2006/relationships/tableStyles" Target="/ppt/tableStyles.xml" Id="R7e9d7e3adeb14e37" /><Relationship Type="http://schemas.openxmlformats.org/officeDocument/2006/relationships/slide" Target="/ppt/slides/slide1.xml" Id="Rfcfab5fc5d57485c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a61b80f2eb3648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002b27dbd1e64b24" /><Relationship Type="http://schemas.openxmlformats.org/officeDocument/2006/relationships/notesMaster" Target="/ppt/notesMasters/notesMaster1.xml" Id="Rdbbd66bfd5c843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minimal ·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3f9d5ce58a784f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7c8a08003fcf45d0" /><Relationship Type="http://schemas.openxmlformats.org/officeDocument/2006/relationships/slideLayout" Target="/ppt/slideLayouts/slideLayout1.xml" Id="Ra3910a805d0746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910a805d0746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a8168286c764f24" /><Relationship Type="http://schemas.openxmlformats.org/officeDocument/2006/relationships/notesSlide" Target="/ppt/notesSlides/notesSlide1.xml" Id="R845f2f28283743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D67A6-D628-4E76-A087-9772FFB0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minimal ·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05A02-6920-4DE1-BB69-80AFAD2C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70667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2026-10-04T19:51:13.9500000Z</dcterms:created>
  <dcterms:modified xsi:type="dcterms:W3CDTF">2026-10-04T19:51:13.9500000Z</dcterms:modified>
</coreProperties>
</file>
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442ba56b329547ba" /><Relationship Type="http://schemas.openxmlformats.org/officeDocument/2006/relationships/extended-properties" Target="/docProps/app.xml" Id="Rfbedc6f095e044a2" /><Relationship Type="http://schemas.openxmlformats.org/officeDocument/2006/relationships/officeDocument" Target="/ppt/presentation.xml" Id="Rbbe2a34d219240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03af5e9bf46a9"/>
  </p:sldMasterIdLst>
  <p:notesMasterIdLst>
    <p:notesMasterId xmlns:r="http://schemas.openxmlformats.org/officeDocument/2006/relationships" r:id="R66bd8092a7084970"/>
  </p:notesMasterIdLst>
  <p:sldIdLst>
    <p:sldId xmlns:r="http://schemas.openxmlformats.org/officeDocument/2006/relationships" id="256" r:id="Rededf40ac0b4443a"/>
    <p:sldId xmlns:r="http://schemas.openxmlformats.org/officeDocument/2006/relationships" id="257" r:id="R0fea08fd873a4632"/>
    <p:sldId xmlns:r="http://schemas.openxmlformats.org/officeDocument/2006/relationships" id="258" r:id="R6feb1025d9fd4269"/>
    <p:sldId xmlns:r="http://schemas.openxmlformats.org/officeDocument/2006/relationships" id="259" r:id="R0a20df2c50ec45bb"/>
    <p:sldId xmlns:r="http://schemas.openxmlformats.org/officeDocument/2006/relationships" id="260" r:id="R65a3eb7a99964e28"/>
    <p:sldId xmlns:r="http://schemas.openxmlformats.org/officeDocument/2006/relationships" id="261" r:id="R192bd1b9e7df43af"/>
    <p:sldId xmlns:r="http://schemas.openxmlformats.org/officeDocument/2006/relationships" id="262" r:id="R41bfd8cb9232420e"/>
    <p:sldId xmlns:r="http://schemas.openxmlformats.org/officeDocument/2006/relationships" id="263" r:id="R756efc19d0574e72"/>
    <p:sldId xmlns:r="http://schemas.openxmlformats.org/officeDocument/2006/relationships" id="264" r:id="Rfc095365800149a4"/>
    <p:sldId xmlns:r="http://schemas.openxmlformats.org/officeDocument/2006/relationships" id="265" r:id="R4095dda478854892"/>
    <p:sldId xmlns:r="http://schemas.openxmlformats.org/officeDocument/2006/relationships" id="266" r:id="Rfbcd5858cdf243b3"/>
    <p:sldId xmlns:r="http://schemas.openxmlformats.org/officeDocument/2006/relationships" id="267" r:id="R3d59c62ca8ee401f"/>
    <p:sldId xmlns:r="http://schemas.openxmlformats.org/officeDocument/2006/relationships" id="268" r:id="R2c26d6166dd94756"/>
    <p:sldId xmlns:r="http://schemas.openxmlformats.org/officeDocument/2006/relationships" id="269" r:id="R6ce2539279fd4478"/>
    <p:sldId xmlns:r="http://schemas.openxmlformats.org/officeDocument/2006/relationships" id="270" r:id="R0621f578b6f0447d"/>
    <p:sldId xmlns:r="http://schemas.openxmlformats.org/officeDocument/2006/relationships" id="271" r:id="R3cb5e866b81346ab"/>
    <p:sldId xmlns:r="http://schemas.openxmlformats.org/officeDocument/2006/relationships" id="272" r:id="R741da97552c2488a"/>
    <p:sldId xmlns:r="http://schemas.openxmlformats.org/officeDocument/2006/relationships" id="273" r:id="R566afa19d103401e"/>
    <p:sldId xmlns:r="http://schemas.openxmlformats.org/officeDocument/2006/relationships" id="274" r:id="Rf00317d5204648a8"/>
    <p:sldId xmlns:r="http://schemas.openxmlformats.org/officeDocument/2006/relationships" id="275" r:id="R49ffe6484bbf4f99"/>
    <p:sldId xmlns:r="http://schemas.openxmlformats.org/officeDocument/2006/relationships" id="276" r:id="Rf33ed1add8e84b71"/>
    <p:sldId xmlns:r="http://schemas.openxmlformats.org/officeDocument/2006/relationships" id="277" r:id="Rc6feca92735c47e5"/>
    <p:sldId xmlns:r="http://schemas.openxmlformats.org/officeDocument/2006/relationships" id="278" r:id="Rdc426618d2f544b5"/>
    <p:sldId xmlns:r="http://schemas.openxmlformats.org/officeDocument/2006/relationships" id="279" r:id="Rd4cca0039dad47c6"/>
    <p:sldId xmlns:r="http://schemas.openxmlformats.org/officeDocument/2006/relationships" id="280" r:id="R43000d8fd45842d3"/>
    <p:sldId xmlns:r="http://schemas.openxmlformats.org/officeDocument/2006/relationships" id="281" r:id="Rd7311577c60b4144"/>
    <p:sldId xmlns:r="http://schemas.openxmlformats.org/officeDocument/2006/relationships" id="282" r:id="Rc6661e900c064c0c"/>
    <p:sldId xmlns:r="http://schemas.openxmlformats.org/officeDocument/2006/relationships" id="283" r:id="R519c7ca93b44486f"/>
    <p:sldId xmlns:r="http://schemas.openxmlformats.org/officeDocument/2006/relationships" id="284" r:id="R29d2e7bd578246de"/>
    <p:sldId xmlns:r="http://schemas.openxmlformats.org/officeDocument/2006/relationships" id="285" r:id="R0b1c61edcb3c4353"/>
    <p:sldId xmlns:r="http://schemas.openxmlformats.org/officeDocument/2006/relationships" id="286" r:id="R28a9e4b88b524360"/>
    <p:sldId xmlns:r="http://schemas.openxmlformats.org/officeDocument/2006/relationships" id="287" r:id="R8fb0f52f29b74756"/>
    <p:sldId xmlns:r="http://schemas.openxmlformats.org/officeDocument/2006/relationships" id="288" r:id="Ref43ceb33a92453b"/>
    <p:sldId xmlns:r="http://schemas.openxmlformats.org/officeDocument/2006/relationships" id="289" r:id="R1121ed11c20e476f"/>
    <p:sldId xmlns:r="http://schemas.openxmlformats.org/officeDocument/2006/relationships" id="290" r:id="Rb338bbdfd2554ae9"/>
    <p:sldId xmlns:r="http://schemas.openxmlformats.org/officeDocument/2006/relationships" id="291" r:id="R9cd6986227a542f8"/>
    <p:sldId xmlns:r="http://schemas.openxmlformats.org/officeDocument/2006/relationships" id="292" r:id="R2e76c1d7ddbc4c4b"/>
    <p:sldId xmlns:r="http://schemas.openxmlformats.org/officeDocument/2006/relationships" id="293" r:id="R36b7eb8e6f4f4757"/>
    <p:sldId xmlns:r="http://schemas.openxmlformats.org/officeDocument/2006/relationships" id="294" r:id="R766374aba7104eb3"/>
    <p:sldId xmlns:r="http://schemas.openxmlformats.org/officeDocument/2006/relationships" id="295" r:id="Rd14b77f1e68c475e"/>
    <p:sldId xmlns:r="http://schemas.openxmlformats.org/officeDocument/2006/relationships" id="296" r:id="R4e0f5c9216724aa6"/>
    <p:sldId xmlns:r="http://schemas.openxmlformats.org/officeDocument/2006/relationships" id="297" r:id="R3b1a45b466d2465d"/>
    <p:sldId xmlns:r="http://schemas.openxmlformats.org/officeDocument/2006/relationships" id="298" r:id="Re94753591a6c431f"/>
    <p:sldId xmlns:r="http://schemas.openxmlformats.org/officeDocument/2006/relationships" id="299" r:id="Raadb0d38a35546e7"/>
    <p:sldId xmlns:r="http://schemas.openxmlformats.org/officeDocument/2006/relationships" id="300" r:id="Rad81fa1e603c48dc"/>
    <p:sldId xmlns:r="http://schemas.openxmlformats.org/officeDocument/2006/relationships" id="301" r:id="Rfd3831f1a6de44e6"/>
    <p:sldId xmlns:r="http://schemas.openxmlformats.org/officeDocument/2006/relationships" id="302" r:id="R49f67130684a4fbd"/>
    <p:sldId xmlns:r="http://schemas.openxmlformats.org/officeDocument/2006/relationships" id="303" r:id="R302e026406e5442b"/>
    <p:sldId xmlns:r="http://schemas.openxmlformats.org/officeDocument/2006/relationships" id="304" r:id="R015ca5be3c864fc0"/>
    <p:sldId xmlns:r="http://schemas.openxmlformats.org/officeDocument/2006/relationships" id="305" r:id="R87ca655d99de4b75"/>
    <p:sldId xmlns:r="http://schemas.openxmlformats.org/officeDocument/2006/relationships" id="306" r:id="R6c9851d84518485a"/>
    <p:sldId xmlns:r="http://schemas.openxmlformats.org/officeDocument/2006/relationships" id="307" r:id="R3974a551a9964cf9"/>
    <p:sldId xmlns:r="http://schemas.openxmlformats.org/officeDocument/2006/relationships" id="308" r:id="R042b3e91fb374c83"/>
    <p:sldId xmlns:r="http://schemas.openxmlformats.org/officeDocument/2006/relationships" id="309" r:id="Rd925f6a7882f4b04"/>
    <p:sldId xmlns:r="http://schemas.openxmlformats.org/officeDocument/2006/relationships" id="310" r:id="Rb3fd5c9d6ffe4eef"/>
    <p:sldId xmlns:r="http://schemas.openxmlformats.org/officeDocument/2006/relationships" id="311" r:id="Rcf2584dad68d4420"/>
    <p:sldId xmlns:r="http://schemas.openxmlformats.org/officeDocument/2006/relationships" id="312" r:id="R3da14633a93247ec"/>
    <p:sldId xmlns:r="http://schemas.openxmlformats.org/officeDocument/2006/relationships" id="313" r:id="R5a1db7b78f964450"/>
    <p:sldId xmlns:r="http://schemas.openxmlformats.org/officeDocument/2006/relationships" id="314" r:id="Rb0bab51a2d7c4545"/>
    <p:sldId xmlns:r="http://schemas.openxmlformats.org/officeDocument/2006/relationships" id="315" r:id="R1e972c57ef7f41fe"/>
    <p:sldId xmlns:r="http://schemas.openxmlformats.org/officeDocument/2006/relationships" id="316" r:id="Rb2df91d6a518445d"/>
    <p:sldId xmlns:r="http://schemas.openxmlformats.org/officeDocument/2006/relationships" id="317" r:id="R6fb647a6556d470f"/>
    <p:sldId xmlns:r="http://schemas.openxmlformats.org/officeDocument/2006/relationships" id="318" r:id="R8d0319664abc47e6"/>
    <p:sldId xmlns:r="http://schemas.openxmlformats.org/officeDocument/2006/relationships" id="319" r:id="R07f2150541dc4ea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56ea1f50f06a4d24" /><Relationship Type="http://schemas.openxmlformats.org/officeDocument/2006/relationships/slideMaster" Target="/ppt/slideMasters/slideMaster1.xml" Id="Ra9003af5e9bf46a9" /><Relationship Type="http://schemas.openxmlformats.org/officeDocument/2006/relationships/notesMaster" Target="/ppt/notesMasters/notesMaster1.xml" Id="R66bd8092a7084970" /><Relationship Type="http://schemas.openxmlformats.org/officeDocument/2006/relationships/presProps" Target="/ppt/presProps.xml" Id="R82291141d3e44833" /><Relationship Type="http://schemas.openxmlformats.org/officeDocument/2006/relationships/tableStyles" Target="/ppt/tableStyles.xml" Id="R590b4177f51c4e3a" /><Relationship Type="http://schemas.openxmlformats.org/officeDocument/2006/relationships/slide" Target="/ppt/slides/slide1.xml" Id="Rededf40ac0b4443a" /><Relationship Type="http://schemas.openxmlformats.org/officeDocument/2006/relationships/slide" Target="/ppt/slides/slide2.xml" Id="R0fea08fd873a4632" /><Relationship Type="http://schemas.openxmlformats.org/officeDocument/2006/relationships/slide" Target="/ppt/slides/slide3.xml" Id="R6feb1025d9fd4269" /><Relationship Type="http://schemas.openxmlformats.org/officeDocument/2006/relationships/slide" Target="/ppt/slides/slide4.xml" Id="R0a20df2c50ec45bb" /><Relationship Type="http://schemas.openxmlformats.org/officeDocument/2006/relationships/slide" Target="/ppt/slides/slide5.xml" Id="R65a3eb7a99964e28" /><Relationship Type="http://schemas.openxmlformats.org/officeDocument/2006/relationships/slide" Target="/ppt/slides/slide6.xml" Id="R192bd1b9e7df43af" /><Relationship Type="http://schemas.openxmlformats.org/officeDocument/2006/relationships/slide" Target="/ppt/slides/slide7.xml" Id="R41bfd8cb9232420e" /><Relationship Type="http://schemas.openxmlformats.org/officeDocument/2006/relationships/slide" Target="/ppt/slides/slide8.xml" Id="R756efc19d0574e72" /><Relationship Type="http://schemas.openxmlformats.org/officeDocument/2006/relationships/slide" Target="/ppt/slides/slide9.xml" Id="Rfc095365800149a4" /><Relationship Type="http://schemas.openxmlformats.org/officeDocument/2006/relationships/slide" Target="/ppt/slides/slide10.xml" Id="R4095dda478854892" /><Relationship Type="http://schemas.openxmlformats.org/officeDocument/2006/relationships/slide" Target="/ppt/slides/slide11.xml" Id="Rfbcd5858cdf243b3" /><Relationship Type="http://schemas.openxmlformats.org/officeDocument/2006/relationships/slide" Target="/ppt/slides/slide12.xml" Id="R3d59c62ca8ee401f" /><Relationship Type="http://schemas.openxmlformats.org/officeDocument/2006/relationships/slide" Target="/ppt/slides/slide13.xml" Id="R2c26d6166dd94756" /><Relationship Type="http://schemas.openxmlformats.org/officeDocument/2006/relationships/slide" Target="/ppt/slides/slide14.xml" Id="R6ce2539279fd4478" /><Relationship Type="http://schemas.openxmlformats.org/officeDocument/2006/relationships/slide" Target="/ppt/slides/slide15.xml" Id="R0621f578b6f0447d" /><Relationship Type="http://schemas.openxmlformats.org/officeDocument/2006/relationships/slide" Target="/ppt/slides/slide16.xml" Id="R3cb5e866b81346ab" /><Relationship Type="http://schemas.openxmlformats.org/officeDocument/2006/relationships/slide" Target="/ppt/slides/slide17.xml" Id="R741da97552c2488a" /><Relationship Type="http://schemas.openxmlformats.org/officeDocument/2006/relationships/slide" Target="/ppt/slides/slide18.xml" Id="R566afa19d103401e" /><Relationship Type="http://schemas.openxmlformats.org/officeDocument/2006/relationships/slide" Target="/ppt/slides/slide19.xml" Id="Rf00317d5204648a8" /><Relationship Type="http://schemas.openxmlformats.org/officeDocument/2006/relationships/slide" Target="/ppt/slides/slide20.xml" Id="R49ffe6484bbf4f99" /><Relationship Type="http://schemas.openxmlformats.org/officeDocument/2006/relationships/slide" Target="/ppt/slides/slide21.xml" Id="Rf33ed1add8e84b71" /><Relationship Type="http://schemas.openxmlformats.org/officeDocument/2006/relationships/slide" Target="/ppt/slides/slide22.xml" Id="Rc6feca92735c47e5" /><Relationship Type="http://schemas.openxmlformats.org/officeDocument/2006/relationships/slide" Target="/ppt/slides/slide23.xml" Id="Rdc426618d2f544b5" /><Relationship Type="http://schemas.openxmlformats.org/officeDocument/2006/relationships/slide" Target="/ppt/slides/slide24.xml" Id="Rd4cca0039dad47c6" /><Relationship Type="http://schemas.openxmlformats.org/officeDocument/2006/relationships/slide" Target="/ppt/slides/slide25.xml" Id="R43000d8fd45842d3" /><Relationship Type="http://schemas.openxmlformats.org/officeDocument/2006/relationships/slide" Target="/ppt/slides/slide26.xml" Id="Rd7311577c60b4144" /><Relationship Type="http://schemas.openxmlformats.org/officeDocument/2006/relationships/slide" Target="/ppt/slides/slide27.xml" Id="Rc6661e900c064c0c" /><Relationship Type="http://schemas.openxmlformats.org/officeDocument/2006/relationships/slide" Target="/ppt/slides/slide28.xml" Id="R519c7ca93b44486f" /><Relationship Type="http://schemas.openxmlformats.org/officeDocument/2006/relationships/slide" Target="/ppt/slides/slide29.xml" Id="R29d2e7bd578246de" /><Relationship Type="http://schemas.openxmlformats.org/officeDocument/2006/relationships/slide" Target="/ppt/slides/slide30.xml" Id="R0b1c61edcb3c4353" /><Relationship Type="http://schemas.openxmlformats.org/officeDocument/2006/relationships/slide" Target="/ppt/slides/slide31.xml" Id="R28a9e4b88b524360" /><Relationship Type="http://schemas.openxmlformats.org/officeDocument/2006/relationships/slide" Target="/ppt/slides/slide32.xml" Id="R8fb0f52f29b74756" /><Relationship Type="http://schemas.openxmlformats.org/officeDocument/2006/relationships/slide" Target="/ppt/slides/slide33.xml" Id="Ref43ceb33a92453b" /><Relationship Type="http://schemas.openxmlformats.org/officeDocument/2006/relationships/slide" Target="/ppt/slides/slide34.xml" Id="R1121ed11c20e476f" /><Relationship Type="http://schemas.openxmlformats.org/officeDocument/2006/relationships/slide" Target="/ppt/slides/slide35.xml" Id="Rb338bbdfd2554ae9" /><Relationship Type="http://schemas.openxmlformats.org/officeDocument/2006/relationships/slide" Target="/ppt/slides/slide36.xml" Id="R9cd6986227a542f8" /><Relationship Type="http://schemas.openxmlformats.org/officeDocument/2006/relationships/slide" Target="/ppt/slides/slide37.xml" Id="R2e76c1d7ddbc4c4b" /><Relationship Type="http://schemas.openxmlformats.org/officeDocument/2006/relationships/slide" Target="/ppt/slides/slide38.xml" Id="R36b7eb8e6f4f4757" /><Relationship Type="http://schemas.openxmlformats.org/officeDocument/2006/relationships/slide" Target="/ppt/slides/slide39.xml" Id="R766374aba7104eb3" /><Relationship Type="http://schemas.openxmlformats.org/officeDocument/2006/relationships/slide" Target="/ppt/slides/slide40.xml" Id="Rd14b77f1e68c475e" /><Relationship Type="http://schemas.openxmlformats.org/officeDocument/2006/relationships/slide" Target="/ppt/slides/slide41.xml" Id="R4e0f5c9216724aa6" /><Relationship Type="http://schemas.openxmlformats.org/officeDocument/2006/relationships/slide" Target="/ppt/slides/slide42.xml" Id="R3b1a45b466d2465d" /><Relationship Type="http://schemas.openxmlformats.org/officeDocument/2006/relationships/slide" Target="/ppt/slides/slide43.xml" Id="Re94753591a6c431f" /><Relationship Type="http://schemas.openxmlformats.org/officeDocument/2006/relationships/slide" Target="/ppt/slides/slide44.xml" Id="Raadb0d38a35546e7" /><Relationship Type="http://schemas.openxmlformats.org/officeDocument/2006/relationships/slide" Target="/ppt/slides/slide45.xml" Id="Rad81fa1e603c48dc" /><Relationship Type="http://schemas.openxmlformats.org/officeDocument/2006/relationships/slide" Target="/ppt/slides/slide46.xml" Id="Rfd3831f1a6de44e6" /><Relationship Type="http://schemas.openxmlformats.org/officeDocument/2006/relationships/slide" Target="/ppt/slides/slide47.xml" Id="R49f67130684a4fbd" /><Relationship Type="http://schemas.openxmlformats.org/officeDocument/2006/relationships/slide" Target="/ppt/slides/slide48.xml" Id="R302e026406e5442b" /><Relationship Type="http://schemas.openxmlformats.org/officeDocument/2006/relationships/slide" Target="/ppt/slides/slide49.xml" Id="R015ca5be3c864fc0" /><Relationship Type="http://schemas.openxmlformats.org/officeDocument/2006/relationships/slide" Target="/ppt/slides/slide50.xml" Id="R87ca655d99de4b75" /><Relationship Type="http://schemas.openxmlformats.org/officeDocument/2006/relationships/slide" Target="/ppt/slides/slide51.xml" Id="R6c9851d84518485a" /><Relationship Type="http://schemas.openxmlformats.org/officeDocument/2006/relationships/slide" Target="/ppt/slides/slide52.xml" Id="R3974a551a9964cf9" /><Relationship Type="http://schemas.openxmlformats.org/officeDocument/2006/relationships/slide" Target="/ppt/slides/slide53.xml" Id="R042b3e91fb374c83" /><Relationship Type="http://schemas.openxmlformats.org/officeDocument/2006/relationships/slide" Target="/ppt/slides/slide54.xml" Id="Rd925f6a7882f4b04" /><Relationship Type="http://schemas.openxmlformats.org/officeDocument/2006/relationships/slide" Target="/ppt/slides/slide55.xml" Id="Rb3fd5c9d6ffe4eef" /><Relationship Type="http://schemas.openxmlformats.org/officeDocument/2006/relationships/slide" Target="/ppt/slides/slide56.xml" Id="Rcf2584dad68d4420" /><Relationship Type="http://schemas.openxmlformats.org/officeDocument/2006/relationships/slide" Target="/ppt/slides/slide57.xml" Id="R3da14633a93247ec" /><Relationship Type="http://schemas.openxmlformats.org/officeDocument/2006/relationships/slide" Target="/ppt/slides/slide58.xml" Id="R5a1db7b78f964450" /><Relationship Type="http://schemas.openxmlformats.org/officeDocument/2006/relationships/slide" Target="/ppt/slides/slide59.xml" Id="Rb0bab51a2d7c4545" /><Relationship Type="http://schemas.openxmlformats.org/officeDocument/2006/relationships/slide" Target="/ppt/slides/slide60.xml" Id="R1e972c57ef7f41fe" /><Relationship Type="http://schemas.openxmlformats.org/officeDocument/2006/relationships/slide" Target="/ppt/slides/slide61.xml" Id="Rb2df91d6a518445d" /><Relationship Type="http://schemas.openxmlformats.org/officeDocument/2006/relationships/slide" Target="/ppt/slides/slide62.xml" Id="R6fb647a6556d470f" /><Relationship Type="http://schemas.openxmlformats.org/officeDocument/2006/relationships/slide" Target="/ppt/slides/slide63.xml" Id="R8d0319664abc47e6" /><Relationship Type="http://schemas.openxmlformats.org/officeDocument/2006/relationships/slide" Target="/ppt/slides/slide64.xml" Id="R07f2150541dc4ea6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5cdcaee1b503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ede010661a554d52" /><Relationship Type="http://schemas.openxmlformats.org/officeDocument/2006/relationships/notesMaster" Target="/ppt/notesMasters/notesMaster1.xml" Id="Rd3832484c3df4a0b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66a43daaf4e34280" /><Relationship Type="http://schemas.openxmlformats.org/officeDocument/2006/relationships/notesMaster" Target="/ppt/notesMasters/notesMaster1.xml" Id="R961e4535967241da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e4068ba662f64837" /><Relationship Type="http://schemas.openxmlformats.org/officeDocument/2006/relationships/notesMaster" Target="/ppt/notesMasters/notesMaster1.xml" Id="R45c89aa7a9204d6b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9c70c4c736964c27" /><Relationship Type="http://schemas.openxmlformats.org/officeDocument/2006/relationships/notesMaster" Target="/ppt/notesMasters/notesMaster1.xml" Id="R9cf3bf20fb264539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d2aa6b6cfead41cc" /><Relationship Type="http://schemas.openxmlformats.org/officeDocument/2006/relationships/notesMaster" Target="/ppt/notesMasters/notesMaster1.xml" Id="R20b513297a6d4d71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c17d01cc16d54739" /><Relationship Type="http://schemas.openxmlformats.org/officeDocument/2006/relationships/notesMaster" Target="/ppt/notesMasters/notesMaster1.xml" Id="Rd152c6b78b334f45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546dec8957d248aa" /><Relationship Type="http://schemas.openxmlformats.org/officeDocument/2006/relationships/notesMaster" Target="/ppt/notesMasters/notesMaster1.xml" Id="R28c1bfd5a39a4332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e1df8b0a17a449c6" /><Relationship Type="http://schemas.openxmlformats.org/officeDocument/2006/relationships/notesMaster" Target="/ppt/notesMasters/notesMaster1.xml" Id="R7346b1e50a0c4eef" 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/ppt/slides/slide9.xml" Id="R4bb4dedee9fb4c36" /><Relationship Type="http://schemas.openxmlformats.org/officeDocument/2006/relationships/notesMaster" Target="/ppt/notesMasters/notesMaster1.xml" Id="R191d961430824b2c" 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/ppt/slides/slide10.xml" Id="R0421360a0a7d4adb" /><Relationship Type="http://schemas.openxmlformats.org/officeDocument/2006/relationships/notesMaster" Target="/ppt/notesMasters/notesMaster1.xml" Id="R9c3b05b834dd4ff7" 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/ppt/slides/slide11.xml" Id="R77188e2a68a548dd" /><Relationship Type="http://schemas.openxmlformats.org/officeDocument/2006/relationships/notesMaster" Target="/ppt/notesMasters/notesMaster1.xml" Id="R00e31ec10dc649c1" 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/ppt/slides/slide12.xml" Id="Rc13b8b01bd1743e0" /><Relationship Type="http://schemas.openxmlformats.org/officeDocument/2006/relationships/notesMaster" Target="/ppt/notesMasters/notesMaster1.xml" Id="R42dc3fae8afb4811" 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/ppt/slides/slide13.xml" Id="R70c8b6050df249c8" /><Relationship Type="http://schemas.openxmlformats.org/officeDocument/2006/relationships/notesMaster" Target="/ppt/notesMasters/notesMaster1.xml" Id="Rcf8f825f681e4101" 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/ppt/slides/slide14.xml" Id="R00c80cc4acba4ecf" /><Relationship Type="http://schemas.openxmlformats.org/officeDocument/2006/relationships/notesMaster" Target="/ppt/notesMasters/notesMaster1.xml" Id="R0d5a9ef4a96a42a9" /></Relationships>
</file>

<file path=ppt/notesSlides/_rels/notesSlide15.xml.rels><?xml version="1.0" encoding="utf-8"?><Relationships xmlns="http://schemas.openxmlformats.org/package/2006/relationships"><Relationship Type="http://schemas.openxmlformats.org/officeDocument/2006/relationships/slide" Target="/ppt/slides/slide15.xml" Id="Reae2fdac836540bb" /><Relationship Type="http://schemas.openxmlformats.org/officeDocument/2006/relationships/notesMaster" Target="/ppt/notesMasters/notesMaster1.xml" Id="Recee730635f94ebb" /></Relationships>
</file>

<file path=ppt/notesSlides/_rels/notesSlide16.xml.rels><?xml version="1.0" encoding="utf-8"?><Relationships xmlns="http://schemas.openxmlformats.org/package/2006/relationships"><Relationship Type="http://schemas.openxmlformats.org/officeDocument/2006/relationships/slide" Target="/ppt/slides/slide16.xml" Id="R2f3d1b929a374f24" /><Relationship Type="http://schemas.openxmlformats.org/officeDocument/2006/relationships/notesMaster" Target="/ppt/notesMasters/notesMaster1.xml" Id="R446f7f9a10e34c2c" /></Relationships>
</file>

<file path=ppt/notesSlides/_rels/notesSlide17.xml.rels><?xml version="1.0" encoding="utf-8"?><Relationships xmlns="http://schemas.openxmlformats.org/package/2006/relationships"><Relationship Type="http://schemas.openxmlformats.org/officeDocument/2006/relationships/slide" Target="/ppt/slides/slide17.xml" Id="R7c89a8200b1041c2" /><Relationship Type="http://schemas.openxmlformats.org/officeDocument/2006/relationships/notesMaster" Target="/ppt/notesMasters/notesMaster1.xml" Id="R2f2cc380da254531" /></Relationships>
</file>

<file path=ppt/notesSlides/_rels/notesSlide18.xml.rels><?xml version="1.0" encoding="utf-8"?><Relationships xmlns="http://schemas.openxmlformats.org/package/2006/relationships"><Relationship Type="http://schemas.openxmlformats.org/officeDocument/2006/relationships/slide" Target="/ppt/slides/slide18.xml" Id="R5671bf16533a413a" /><Relationship Type="http://schemas.openxmlformats.org/officeDocument/2006/relationships/notesMaster" Target="/ppt/notesMasters/notesMaster1.xml" Id="R72ceff0bb9704c2e" /></Relationships>
</file>

<file path=ppt/notesSlides/_rels/notesSlide19.xml.rels><?xml version="1.0" encoding="utf-8"?><Relationships xmlns="http://schemas.openxmlformats.org/package/2006/relationships"><Relationship Type="http://schemas.openxmlformats.org/officeDocument/2006/relationships/slide" Target="/ppt/slides/slide19.xml" Id="R7c8490e9688d4578" /><Relationship Type="http://schemas.openxmlformats.org/officeDocument/2006/relationships/notesMaster" Target="/ppt/notesMasters/notesMaster1.xml" Id="R9542e7f83fa04b6f" /></Relationships>
</file>

<file path=ppt/notesSlides/_rels/notesSlide20.xml.rels><?xml version="1.0" encoding="utf-8"?><Relationships xmlns="http://schemas.openxmlformats.org/package/2006/relationships"><Relationship Type="http://schemas.openxmlformats.org/officeDocument/2006/relationships/slide" Target="/ppt/slides/slide20.xml" Id="R68a138eced324670" /><Relationship Type="http://schemas.openxmlformats.org/officeDocument/2006/relationships/notesMaster" Target="/ppt/notesMasters/notesMaster1.xml" Id="R016e909f365e4d52" /></Relationships>
</file>

<file path=ppt/notesSlides/_rels/notesSlide21.xml.rels><?xml version="1.0" encoding="utf-8"?><Relationships xmlns="http://schemas.openxmlformats.org/package/2006/relationships"><Relationship Type="http://schemas.openxmlformats.org/officeDocument/2006/relationships/slide" Target="/ppt/slides/slide21.xml" Id="R4891433d48554115" /><Relationship Type="http://schemas.openxmlformats.org/officeDocument/2006/relationships/notesMaster" Target="/ppt/notesMasters/notesMaster1.xml" Id="Ra5378269cef245cc" /></Relationships>
</file>

<file path=ppt/notesSlides/_rels/notesSlide22.xml.rels><?xml version="1.0" encoding="utf-8"?><Relationships xmlns="http://schemas.openxmlformats.org/package/2006/relationships"><Relationship Type="http://schemas.openxmlformats.org/officeDocument/2006/relationships/slide" Target="/ppt/slides/slide22.xml" Id="R32f3438b001b4d40" /><Relationship Type="http://schemas.openxmlformats.org/officeDocument/2006/relationships/notesMaster" Target="/ppt/notesMasters/notesMaster1.xml" Id="R3a73b1c45f8a478a" /></Relationships>
</file>

<file path=ppt/notesSlides/_rels/notesSlide23.xml.rels><?xml version="1.0" encoding="utf-8"?><Relationships xmlns="http://schemas.openxmlformats.org/package/2006/relationships"><Relationship Type="http://schemas.openxmlformats.org/officeDocument/2006/relationships/slide" Target="/ppt/slides/slide23.xml" Id="R64f97d216269434d" /><Relationship Type="http://schemas.openxmlformats.org/officeDocument/2006/relationships/notesMaster" Target="/ppt/notesMasters/notesMaster1.xml" Id="R82a97344e4554ee2" /></Relationships>
</file>

<file path=ppt/notesSlides/_rels/notesSlide24.xml.rels><?xml version="1.0" encoding="utf-8"?><Relationships xmlns="http://schemas.openxmlformats.org/package/2006/relationships"><Relationship Type="http://schemas.openxmlformats.org/officeDocument/2006/relationships/slide" Target="/ppt/slides/slide24.xml" Id="R70ade60769d84dcd" /><Relationship Type="http://schemas.openxmlformats.org/officeDocument/2006/relationships/notesMaster" Target="/ppt/notesMasters/notesMaster1.xml" Id="Rfde737d141b54c24" /></Relationships>
</file>

<file path=ppt/notesSlides/_rels/notesSlide25.xml.rels><?xml version="1.0" encoding="utf-8"?><Relationships xmlns="http://schemas.openxmlformats.org/package/2006/relationships"><Relationship Type="http://schemas.openxmlformats.org/officeDocument/2006/relationships/slide" Target="/ppt/slides/slide25.xml" Id="R8af8d048e4a94cb2" /><Relationship Type="http://schemas.openxmlformats.org/officeDocument/2006/relationships/notesMaster" Target="/ppt/notesMasters/notesMaster1.xml" Id="R4885126e59a742ea" /></Relationships>
</file>

<file path=ppt/notesSlides/_rels/notesSlide26.xml.rels><?xml version="1.0" encoding="utf-8"?><Relationships xmlns="http://schemas.openxmlformats.org/package/2006/relationships"><Relationship Type="http://schemas.openxmlformats.org/officeDocument/2006/relationships/slide" Target="/ppt/slides/slide26.xml" Id="R199847cac17e4ef9" /><Relationship Type="http://schemas.openxmlformats.org/officeDocument/2006/relationships/notesMaster" Target="/ppt/notesMasters/notesMaster1.xml" Id="Ra195f1a0d3004cd4" /></Relationships>
</file>

<file path=ppt/notesSlides/_rels/notesSlide27.xml.rels><?xml version="1.0" encoding="utf-8"?><Relationships xmlns="http://schemas.openxmlformats.org/package/2006/relationships"><Relationship Type="http://schemas.openxmlformats.org/officeDocument/2006/relationships/slide" Target="/ppt/slides/slide27.xml" Id="R2be3f7bf33344cf0" /><Relationship Type="http://schemas.openxmlformats.org/officeDocument/2006/relationships/notesMaster" Target="/ppt/notesMasters/notesMaster1.xml" Id="R5d8ad3122f694c7d" /></Relationships>
</file>

<file path=ppt/notesSlides/_rels/notesSlide28.xml.rels><?xml version="1.0" encoding="utf-8"?><Relationships xmlns="http://schemas.openxmlformats.org/package/2006/relationships"><Relationship Type="http://schemas.openxmlformats.org/officeDocument/2006/relationships/slide" Target="/ppt/slides/slide28.xml" Id="R9d1ab13484704b5a" /><Relationship Type="http://schemas.openxmlformats.org/officeDocument/2006/relationships/notesMaster" Target="/ppt/notesMasters/notesMaster1.xml" Id="R47807988e5de44b0" /></Relationships>
</file>

<file path=ppt/notesSlides/_rels/notesSlide29.xml.rels><?xml version="1.0" encoding="utf-8"?><Relationships xmlns="http://schemas.openxmlformats.org/package/2006/relationships"><Relationship Type="http://schemas.openxmlformats.org/officeDocument/2006/relationships/slide" Target="/ppt/slides/slide29.xml" Id="R2510ca0181f74cdc" /><Relationship Type="http://schemas.openxmlformats.org/officeDocument/2006/relationships/notesMaster" Target="/ppt/notesMasters/notesMaster1.xml" Id="Rf8a10c2d89394441" /></Relationships>
</file>

<file path=ppt/notesSlides/_rels/notesSlide30.xml.rels><?xml version="1.0" encoding="utf-8"?><Relationships xmlns="http://schemas.openxmlformats.org/package/2006/relationships"><Relationship Type="http://schemas.openxmlformats.org/officeDocument/2006/relationships/slide" Target="/ppt/slides/slide30.xml" Id="R1a169ad78ab74492" /><Relationship Type="http://schemas.openxmlformats.org/officeDocument/2006/relationships/notesMaster" Target="/ppt/notesMasters/notesMaster1.xml" Id="Rec2a778792f34b15" /></Relationships>
</file>

<file path=ppt/notesSlides/_rels/notesSlide31.xml.rels><?xml version="1.0" encoding="utf-8"?><Relationships xmlns="http://schemas.openxmlformats.org/package/2006/relationships"><Relationship Type="http://schemas.openxmlformats.org/officeDocument/2006/relationships/slide" Target="/ppt/slides/slide31.xml" Id="R1b7838731f62417c" /><Relationship Type="http://schemas.openxmlformats.org/officeDocument/2006/relationships/notesMaster" Target="/ppt/notesMasters/notesMaster1.xml" Id="Rd7b47b7148f94ad1" /></Relationships>
</file>

<file path=ppt/notesSlides/_rels/notesSlide32.xml.rels><?xml version="1.0" encoding="utf-8"?><Relationships xmlns="http://schemas.openxmlformats.org/package/2006/relationships"><Relationship Type="http://schemas.openxmlformats.org/officeDocument/2006/relationships/slide" Target="/ppt/slides/slide32.xml" Id="R111c23971e0144a6" /><Relationship Type="http://schemas.openxmlformats.org/officeDocument/2006/relationships/notesMaster" Target="/ppt/notesMasters/notesMaster1.xml" Id="Ra63671aa65634f20" /></Relationships>
</file>

<file path=ppt/notesSlides/_rels/notesSlide33.xml.rels><?xml version="1.0" encoding="utf-8"?><Relationships xmlns="http://schemas.openxmlformats.org/package/2006/relationships"><Relationship Type="http://schemas.openxmlformats.org/officeDocument/2006/relationships/slide" Target="/ppt/slides/slide33.xml" Id="R88186a00850c4140" /><Relationship Type="http://schemas.openxmlformats.org/officeDocument/2006/relationships/notesMaster" Target="/ppt/notesMasters/notesMaster1.xml" Id="R4745464ad0aa40e7" /></Relationships>
</file>

<file path=ppt/notesSlides/_rels/notesSlide34.xml.rels><?xml version="1.0" encoding="utf-8"?><Relationships xmlns="http://schemas.openxmlformats.org/package/2006/relationships"><Relationship Type="http://schemas.openxmlformats.org/officeDocument/2006/relationships/slide" Target="/ppt/slides/slide34.xml" Id="Ree2f246dffe64458" /><Relationship Type="http://schemas.openxmlformats.org/officeDocument/2006/relationships/notesMaster" Target="/ppt/notesMasters/notesMaster1.xml" Id="Rb82d4e902661461d" /></Relationships>
</file>

<file path=ppt/notesSlides/_rels/notesSlide35.xml.rels><?xml version="1.0" encoding="utf-8"?><Relationships xmlns="http://schemas.openxmlformats.org/package/2006/relationships"><Relationship Type="http://schemas.openxmlformats.org/officeDocument/2006/relationships/slide" Target="/ppt/slides/slide35.xml" Id="R628d3fcf60704982" /><Relationship Type="http://schemas.openxmlformats.org/officeDocument/2006/relationships/notesMaster" Target="/ppt/notesMasters/notesMaster1.xml" Id="Rb10baee6f80b444d" /></Relationships>
</file>

<file path=ppt/notesSlides/_rels/notesSlide36.xml.rels><?xml version="1.0" encoding="utf-8"?><Relationships xmlns="http://schemas.openxmlformats.org/package/2006/relationships"><Relationship Type="http://schemas.openxmlformats.org/officeDocument/2006/relationships/slide" Target="/ppt/slides/slide36.xml" Id="R65c82aadc5ee41a3" /><Relationship Type="http://schemas.openxmlformats.org/officeDocument/2006/relationships/notesMaster" Target="/ppt/notesMasters/notesMaster1.xml" Id="R08184e79f86b45a7" /></Relationships>
</file>

<file path=ppt/notesSlides/_rels/notesSlide37.xml.rels><?xml version="1.0" encoding="utf-8"?><Relationships xmlns="http://schemas.openxmlformats.org/package/2006/relationships"><Relationship Type="http://schemas.openxmlformats.org/officeDocument/2006/relationships/slide" Target="/ppt/slides/slide37.xml" Id="R97b2a5866db04eef" /><Relationship Type="http://schemas.openxmlformats.org/officeDocument/2006/relationships/notesMaster" Target="/ppt/notesMasters/notesMaster1.xml" Id="R86fe4e8c19da4e25" /></Relationships>
</file>

<file path=ppt/notesSlides/_rels/notesSlide38.xml.rels><?xml version="1.0" encoding="utf-8"?><Relationships xmlns="http://schemas.openxmlformats.org/package/2006/relationships"><Relationship Type="http://schemas.openxmlformats.org/officeDocument/2006/relationships/slide" Target="/ppt/slides/slide38.xml" Id="R0b8b7a2b8098491f" /><Relationship Type="http://schemas.openxmlformats.org/officeDocument/2006/relationships/notesMaster" Target="/ppt/notesMasters/notesMaster1.xml" Id="R796a11c4f81e4128" /></Relationships>
</file>

<file path=ppt/notesSlides/_rels/notesSlide39.xml.rels><?xml version="1.0" encoding="utf-8"?><Relationships xmlns="http://schemas.openxmlformats.org/package/2006/relationships"><Relationship Type="http://schemas.openxmlformats.org/officeDocument/2006/relationships/slide" Target="/ppt/slides/slide39.xml" Id="R8645c31c5fbe40ca" /><Relationship Type="http://schemas.openxmlformats.org/officeDocument/2006/relationships/notesMaster" Target="/ppt/notesMasters/notesMaster1.xml" Id="R212780709dba4325" /></Relationships>
</file>

<file path=ppt/notesSlides/_rels/notesSlide40.xml.rels><?xml version="1.0" encoding="utf-8"?><Relationships xmlns="http://schemas.openxmlformats.org/package/2006/relationships"><Relationship Type="http://schemas.openxmlformats.org/officeDocument/2006/relationships/slide" Target="/ppt/slides/slide40.xml" Id="Rcff8105c8bf8434b" /><Relationship Type="http://schemas.openxmlformats.org/officeDocument/2006/relationships/notesMaster" Target="/ppt/notesMasters/notesMaster1.xml" Id="Rcbedabbf00904c2a" /></Relationships>
</file>

<file path=ppt/notesSlides/_rels/notesSlide41.xml.rels><?xml version="1.0" encoding="utf-8"?><Relationships xmlns="http://schemas.openxmlformats.org/package/2006/relationships"><Relationship Type="http://schemas.openxmlformats.org/officeDocument/2006/relationships/slide" Target="/ppt/slides/slide41.xml" Id="Rd148e2e726cd4481" /><Relationship Type="http://schemas.openxmlformats.org/officeDocument/2006/relationships/notesMaster" Target="/ppt/notesMasters/notesMaster1.xml" Id="R41e8bcfb8b144c39" /></Relationships>
</file>

<file path=ppt/notesSlides/_rels/notesSlide42.xml.rels><?xml version="1.0" encoding="utf-8"?><Relationships xmlns="http://schemas.openxmlformats.org/package/2006/relationships"><Relationship Type="http://schemas.openxmlformats.org/officeDocument/2006/relationships/slide" Target="/ppt/slides/slide42.xml" Id="Rfcce2eee24f045ba" /><Relationship Type="http://schemas.openxmlformats.org/officeDocument/2006/relationships/notesMaster" Target="/ppt/notesMasters/notesMaster1.xml" Id="R1286bbc9412c45a3" /></Relationships>
</file>

<file path=ppt/notesSlides/_rels/notesSlide43.xml.rels><?xml version="1.0" encoding="utf-8"?><Relationships xmlns="http://schemas.openxmlformats.org/package/2006/relationships"><Relationship Type="http://schemas.openxmlformats.org/officeDocument/2006/relationships/slide" Target="/ppt/slides/slide43.xml" Id="Rea98df5608334652" /><Relationship Type="http://schemas.openxmlformats.org/officeDocument/2006/relationships/notesMaster" Target="/ppt/notesMasters/notesMaster1.xml" Id="R67f246c45644493c" /></Relationships>
</file>

<file path=ppt/notesSlides/_rels/notesSlide44.xml.rels><?xml version="1.0" encoding="utf-8"?><Relationships xmlns="http://schemas.openxmlformats.org/package/2006/relationships"><Relationship Type="http://schemas.openxmlformats.org/officeDocument/2006/relationships/slide" Target="/ppt/slides/slide44.xml" Id="Rab481287e4be4009" /><Relationship Type="http://schemas.openxmlformats.org/officeDocument/2006/relationships/notesMaster" Target="/ppt/notesMasters/notesMaster1.xml" Id="R8199b32ff52d4e55" /></Relationships>
</file>

<file path=ppt/notesSlides/_rels/notesSlide45.xml.rels><?xml version="1.0" encoding="utf-8"?><Relationships xmlns="http://schemas.openxmlformats.org/package/2006/relationships"><Relationship Type="http://schemas.openxmlformats.org/officeDocument/2006/relationships/slide" Target="/ppt/slides/slide45.xml" Id="R6dbb0febc47c4b39" /><Relationship Type="http://schemas.openxmlformats.org/officeDocument/2006/relationships/notesMaster" Target="/ppt/notesMasters/notesMaster1.xml" Id="Rdd08b2b9ca184861" /></Relationships>
</file>

<file path=ppt/notesSlides/_rels/notesSlide46.xml.rels><?xml version="1.0" encoding="utf-8"?><Relationships xmlns="http://schemas.openxmlformats.org/package/2006/relationships"><Relationship Type="http://schemas.openxmlformats.org/officeDocument/2006/relationships/slide" Target="/ppt/slides/slide46.xml" Id="R798c090d69e84ba9" /><Relationship Type="http://schemas.openxmlformats.org/officeDocument/2006/relationships/notesMaster" Target="/ppt/notesMasters/notesMaster1.xml" Id="Rfe03538205d54a37" /></Relationships>
</file>

<file path=ppt/notesSlides/_rels/notesSlide47.xml.rels><?xml version="1.0" encoding="utf-8"?><Relationships xmlns="http://schemas.openxmlformats.org/package/2006/relationships"><Relationship Type="http://schemas.openxmlformats.org/officeDocument/2006/relationships/slide" Target="/ppt/slides/slide47.xml" Id="Rfd395dd9d7c54f28" /><Relationship Type="http://schemas.openxmlformats.org/officeDocument/2006/relationships/notesMaster" Target="/ppt/notesMasters/notesMaster1.xml" Id="R103d7b174db84525" /></Relationships>
</file>

<file path=ppt/notesSlides/_rels/notesSlide48.xml.rels><?xml version="1.0" encoding="utf-8"?><Relationships xmlns="http://schemas.openxmlformats.org/package/2006/relationships"><Relationship Type="http://schemas.openxmlformats.org/officeDocument/2006/relationships/slide" Target="/ppt/slides/slide48.xml" Id="R18210a0fbb8a4fc3" /><Relationship Type="http://schemas.openxmlformats.org/officeDocument/2006/relationships/notesMaster" Target="/ppt/notesMasters/notesMaster1.xml" Id="R4bec269f0c8640f6" /></Relationships>
</file>

<file path=ppt/notesSlides/_rels/notesSlide49.xml.rels><?xml version="1.0" encoding="utf-8"?><Relationships xmlns="http://schemas.openxmlformats.org/package/2006/relationships"><Relationship Type="http://schemas.openxmlformats.org/officeDocument/2006/relationships/slide" Target="/ppt/slides/slide49.xml" Id="R949548ae80144a8b" /><Relationship Type="http://schemas.openxmlformats.org/officeDocument/2006/relationships/notesMaster" Target="/ppt/notesMasters/notesMaster1.xml" Id="Rc352fc75e6b346ca" /></Relationships>
</file>

<file path=ppt/notesSlides/_rels/notesSlide50.xml.rels><?xml version="1.0" encoding="utf-8"?><Relationships xmlns="http://schemas.openxmlformats.org/package/2006/relationships"><Relationship Type="http://schemas.openxmlformats.org/officeDocument/2006/relationships/slide" Target="/ppt/slides/slide50.xml" Id="R2e28de23b93a4678" /><Relationship Type="http://schemas.openxmlformats.org/officeDocument/2006/relationships/notesMaster" Target="/ppt/notesMasters/notesMaster1.xml" Id="Rd4314f532b65408d" /></Relationships>
</file>

<file path=ppt/notesSlides/_rels/notesSlide51.xml.rels><?xml version="1.0" encoding="utf-8"?><Relationships xmlns="http://schemas.openxmlformats.org/package/2006/relationships"><Relationship Type="http://schemas.openxmlformats.org/officeDocument/2006/relationships/slide" Target="/ppt/slides/slide51.xml" Id="R11c3456cbb394e44" /><Relationship Type="http://schemas.openxmlformats.org/officeDocument/2006/relationships/notesMaster" Target="/ppt/notesMasters/notesMaster1.xml" Id="R0a01e383954640d6" /></Relationships>
</file>

<file path=ppt/notesSlides/_rels/notesSlide52.xml.rels><?xml version="1.0" encoding="utf-8"?><Relationships xmlns="http://schemas.openxmlformats.org/package/2006/relationships"><Relationship Type="http://schemas.openxmlformats.org/officeDocument/2006/relationships/slide" Target="/ppt/slides/slide52.xml" Id="Rf400554680c54fb3" /><Relationship Type="http://schemas.openxmlformats.org/officeDocument/2006/relationships/notesMaster" Target="/ppt/notesMasters/notesMaster1.xml" Id="R9300d5afc7be4fd4" /></Relationships>
</file>

<file path=ppt/notesSlides/_rels/notesSlide53.xml.rels><?xml version="1.0" encoding="utf-8"?><Relationships xmlns="http://schemas.openxmlformats.org/package/2006/relationships"><Relationship Type="http://schemas.openxmlformats.org/officeDocument/2006/relationships/slide" Target="/ppt/slides/slide53.xml" Id="Ra4043e83ee8b4c4d" /><Relationship Type="http://schemas.openxmlformats.org/officeDocument/2006/relationships/notesMaster" Target="/ppt/notesMasters/notesMaster1.xml" Id="R1dc68e5f7627495f" /></Relationships>
</file>

<file path=ppt/notesSlides/_rels/notesSlide54.xml.rels><?xml version="1.0" encoding="utf-8"?><Relationships xmlns="http://schemas.openxmlformats.org/package/2006/relationships"><Relationship Type="http://schemas.openxmlformats.org/officeDocument/2006/relationships/slide" Target="/ppt/slides/slide54.xml" Id="Rf36b19529c3d41e2" /><Relationship Type="http://schemas.openxmlformats.org/officeDocument/2006/relationships/notesMaster" Target="/ppt/notesMasters/notesMaster1.xml" Id="Rdc8e21ae29b14e54" /></Relationships>
</file>

<file path=ppt/notesSlides/_rels/notesSlide55.xml.rels><?xml version="1.0" encoding="utf-8"?><Relationships xmlns="http://schemas.openxmlformats.org/package/2006/relationships"><Relationship Type="http://schemas.openxmlformats.org/officeDocument/2006/relationships/slide" Target="/ppt/slides/slide55.xml" Id="Rdcd187a6224649ff" /><Relationship Type="http://schemas.openxmlformats.org/officeDocument/2006/relationships/notesMaster" Target="/ppt/notesMasters/notesMaster1.xml" Id="Rdd1745d811154f20" /></Relationships>
</file>

<file path=ppt/notesSlides/_rels/notesSlide56.xml.rels><?xml version="1.0" encoding="utf-8"?><Relationships xmlns="http://schemas.openxmlformats.org/package/2006/relationships"><Relationship Type="http://schemas.openxmlformats.org/officeDocument/2006/relationships/slide" Target="/ppt/slides/slide56.xml" Id="R2c18b530c45e474f" /><Relationship Type="http://schemas.openxmlformats.org/officeDocument/2006/relationships/notesMaster" Target="/ppt/notesMasters/notesMaster1.xml" Id="R193fbebdc6fa47a7" /></Relationships>
</file>

<file path=ppt/notesSlides/_rels/notesSlide57.xml.rels><?xml version="1.0" encoding="utf-8"?><Relationships xmlns="http://schemas.openxmlformats.org/package/2006/relationships"><Relationship Type="http://schemas.openxmlformats.org/officeDocument/2006/relationships/slide" Target="/ppt/slides/slide57.xml" Id="R306217ee31204b64" /><Relationship Type="http://schemas.openxmlformats.org/officeDocument/2006/relationships/notesMaster" Target="/ppt/notesMasters/notesMaster1.xml" Id="R2c3de74a2376435a" /></Relationships>
</file>

<file path=ppt/notesSlides/_rels/notesSlide58.xml.rels><?xml version="1.0" encoding="utf-8"?><Relationships xmlns="http://schemas.openxmlformats.org/package/2006/relationships"><Relationship Type="http://schemas.openxmlformats.org/officeDocument/2006/relationships/slide" Target="/ppt/slides/slide58.xml" Id="R47cd0733c1cb4507" /><Relationship Type="http://schemas.openxmlformats.org/officeDocument/2006/relationships/notesMaster" Target="/ppt/notesMasters/notesMaster1.xml" Id="R62febd9dec98428b" /></Relationships>
</file>

<file path=ppt/notesSlides/_rels/notesSlide59.xml.rels><?xml version="1.0" encoding="utf-8"?><Relationships xmlns="http://schemas.openxmlformats.org/package/2006/relationships"><Relationship Type="http://schemas.openxmlformats.org/officeDocument/2006/relationships/slide" Target="/ppt/slides/slide59.xml" Id="Rdfd9b13581ca4633" /><Relationship Type="http://schemas.openxmlformats.org/officeDocument/2006/relationships/notesMaster" Target="/ppt/notesMasters/notesMaster1.xml" Id="Rbec9a337d6494b6a" /></Relationships>
</file>

<file path=ppt/notesSlides/_rels/notesSlide60.xml.rels><?xml version="1.0" encoding="utf-8"?><Relationships xmlns="http://schemas.openxmlformats.org/package/2006/relationships"><Relationship Type="http://schemas.openxmlformats.org/officeDocument/2006/relationships/slide" Target="/ppt/slides/slide60.xml" Id="Rba76fa5e696a40d3" /><Relationship Type="http://schemas.openxmlformats.org/officeDocument/2006/relationships/notesMaster" Target="/ppt/notesMasters/notesMaster1.xml" Id="R29e73b2843fd48b3" /></Relationships>
</file>

<file path=ppt/notesSlides/_rels/notesSlide61.xml.rels><?xml version="1.0" encoding="utf-8"?><Relationships xmlns="http://schemas.openxmlformats.org/package/2006/relationships"><Relationship Type="http://schemas.openxmlformats.org/officeDocument/2006/relationships/slide" Target="/ppt/slides/slide61.xml" Id="R2bc3fa320a314738" /><Relationship Type="http://schemas.openxmlformats.org/officeDocument/2006/relationships/notesMaster" Target="/ppt/notesMasters/notesMaster1.xml" Id="R4f178ac5bffd4698" /></Relationships>
</file>

<file path=ppt/notesSlides/_rels/notesSlide62.xml.rels><?xml version="1.0" encoding="utf-8"?><Relationships xmlns="http://schemas.openxmlformats.org/package/2006/relationships"><Relationship Type="http://schemas.openxmlformats.org/officeDocument/2006/relationships/slide" Target="/ppt/slides/slide62.xml" Id="R1bf5c756238042c0" /><Relationship Type="http://schemas.openxmlformats.org/officeDocument/2006/relationships/notesMaster" Target="/ppt/notesMasters/notesMaster1.xml" Id="Rb8bfe47c2ca3464a" /></Relationships>
</file>

<file path=ppt/notesSlides/_rels/notesSlide63.xml.rels><?xml version="1.0" encoding="utf-8"?><Relationships xmlns="http://schemas.openxmlformats.org/package/2006/relationships"><Relationship Type="http://schemas.openxmlformats.org/officeDocument/2006/relationships/slide" Target="/ppt/slides/slide63.xml" Id="R3105f0d3997c4890" /><Relationship Type="http://schemas.openxmlformats.org/officeDocument/2006/relationships/notesMaster" Target="/ppt/notesMasters/notesMaster1.xml" Id="R411e1bbf130d4761" /></Relationships>
</file>

<file path=ppt/notesSlides/_rels/notesSlide64.xml.rels><?xml version="1.0" encoding="utf-8"?><Relationships xmlns="http://schemas.openxmlformats.org/package/2006/relationships"><Relationship Type="http://schemas.openxmlformats.org/officeDocument/2006/relationships/slide" Target="/ppt/slides/slide64.xml" Id="R66410a38ea3c46f5" /><Relationship Type="http://schemas.openxmlformats.org/officeDocument/2006/relationships/notesMaster" Target="/ppt/notesMasters/notesMaster1.xml" Id="Raece358c6e784d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large-64 · 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be89385d3adf41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3d9d27ef090c4504" /><Relationship Type="http://schemas.openxmlformats.org/officeDocument/2006/relationships/slideLayout" Target="/ppt/slideLayouts/slideLayout1.xml" Id="R2f36bc1e62bb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6bc1e62bb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77668c3348243e1" /><Relationship Type="http://schemas.openxmlformats.org/officeDocument/2006/relationships/notesSlide" Target="/ppt/notesSlides/notesSlide1.xml" Id="R76ec0f91042f40f5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590570ad46f45e0" /><Relationship Type="http://schemas.openxmlformats.org/officeDocument/2006/relationships/notesSlide" Target="/ppt/notesSlides/notesSlide2.xml" Id="R3f01e979c824497b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df22472017e47a5" /><Relationship Type="http://schemas.openxmlformats.org/officeDocument/2006/relationships/notesSlide" Target="/ppt/notesSlides/notesSlide3.xml" Id="Rd95c6428b84c4ebe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23c071d7f984d8b" /><Relationship Type="http://schemas.openxmlformats.org/officeDocument/2006/relationships/notesSlide" Target="/ppt/notesSlides/notesSlide4.xml" Id="R78acfe49e83f4474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21a89c80fbc49bf" /><Relationship Type="http://schemas.openxmlformats.org/officeDocument/2006/relationships/notesSlide" Target="/ppt/notesSlides/notesSlide5.xml" Id="R9ea6d83cc69f45d7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2671eeb56b24e1f" /><Relationship Type="http://schemas.openxmlformats.org/officeDocument/2006/relationships/notesSlide" Target="/ppt/notesSlides/notesSlide6.xml" Id="R90ae8ba650594d41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3b678df282140c8" /><Relationship Type="http://schemas.openxmlformats.org/officeDocument/2006/relationships/notesSlide" Target="/ppt/notesSlides/notesSlide7.xml" Id="R3b54120bb946429b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40fa2450f0145be" /><Relationship Type="http://schemas.openxmlformats.org/officeDocument/2006/relationships/notesSlide" Target="/ppt/notesSlides/notesSlide8.xml" Id="Rd6a5739a270c4e91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7a4c2a558cc4986" /><Relationship Type="http://schemas.openxmlformats.org/officeDocument/2006/relationships/notesSlide" Target="/ppt/notesSlides/notesSlide9.xml" Id="Rc5593a39b73b4451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6810cf7165f419d" /><Relationship Type="http://schemas.openxmlformats.org/officeDocument/2006/relationships/notesSlide" Target="/ppt/notesSlides/notesSlide10.xml" Id="Ra2b796e544924749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68999413d9a45ff" /><Relationship Type="http://schemas.openxmlformats.org/officeDocument/2006/relationships/notesSlide" Target="/ppt/notesSlides/notesSlide11.xml" Id="R652e93d7446d47e0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ae8953f1a947e2" /><Relationship Type="http://schemas.openxmlformats.org/officeDocument/2006/relationships/notesSlide" Target="/ppt/notesSlides/notesSlide12.xml" Id="R1ccfe83b72f642a7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7ea01048255495c" /><Relationship Type="http://schemas.openxmlformats.org/officeDocument/2006/relationships/notesSlide" Target="/ppt/notesSlides/notesSlide13.xml" Id="Rc9fa8aaa54a0460a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c323ba4b3724d83" /><Relationship Type="http://schemas.openxmlformats.org/officeDocument/2006/relationships/notesSlide" Target="/ppt/notesSlides/notesSlide14.xml" Id="R80c1f4eef048417e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9af647415214147" /><Relationship Type="http://schemas.openxmlformats.org/officeDocument/2006/relationships/notesSlide" Target="/ppt/notesSlides/notesSlide15.xml" Id="R4f3422cf8f9b4fdb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969b62a9dc74912" /><Relationship Type="http://schemas.openxmlformats.org/officeDocument/2006/relationships/notesSlide" Target="/ppt/notesSlides/notesSlide16.xml" Id="Ra8fbedda7ba947f3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ae21021c05f4b6c" /><Relationship Type="http://schemas.openxmlformats.org/officeDocument/2006/relationships/notesSlide" Target="/ppt/notesSlides/notesSlide17.xml" Id="R4c01539f61f44ab2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546e0336d984209" /><Relationship Type="http://schemas.openxmlformats.org/officeDocument/2006/relationships/notesSlide" Target="/ppt/notesSlides/notesSlide18.xml" Id="R30878264336144ce" 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86fb1d43df94e2b" /><Relationship Type="http://schemas.openxmlformats.org/officeDocument/2006/relationships/notesSlide" Target="/ppt/notesSlides/notesSlide19.xml" Id="R8625b858a53d4191" 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9bcc678c5fb43fe" /><Relationship Type="http://schemas.openxmlformats.org/officeDocument/2006/relationships/notesSlide" Target="/ppt/notesSlides/notesSlide20.xml" Id="Rf972dac1b63843fb" 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94d587055234dca" /><Relationship Type="http://schemas.openxmlformats.org/officeDocument/2006/relationships/notesSlide" Target="/ppt/notesSlides/notesSlide21.xml" Id="Rc316b01880fd4096" 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a118a67d5954ac2" /><Relationship Type="http://schemas.openxmlformats.org/officeDocument/2006/relationships/notesSlide" Target="/ppt/notesSlides/notesSlide22.xml" Id="R94b1d5e3033a4b0c" 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2a85505f0314372" /><Relationship Type="http://schemas.openxmlformats.org/officeDocument/2006/relationships/notesSlide" Target="/ppt/notesSlides/notesSlide23.xml" Id="R62e7912549ea4256" 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c71bdcb9654c17" /><Relationship Type="http://schemas.openxmlformats.org/officeDocument/2006/relationships/notesSlide" Target="/ppt/notesSlides/notesSlide24.xml" Id="R67d516e026074627" 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05ff04ab27b47e7" /><Relationship Type="http://schemas.openxmlformats.org/officeDocument/2006/relationships/notesSlide" Target="/ppt/notesSlides/notesSlide25.xml" Id="R8c5bdce721904e3c" 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397b13b5c0f4f46" /><Relationship Type="http://schemas.openxmlformats.org/officeDocument/2006/relationships/notesSlide" Target="/ppt/notesSlides/notesSlide26.xml" Id="R6b3de2c3b45f4702" 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3259d5f16f54226" /><Relationship Type="http://schemas.openxmlformats.org/officeDocument/2006/relationships/notesSlide" Target="/ppt/notesSlides/notesSlide27.xml" Id="R261ea27a32b84e3c" 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309cada81a1413b" /><Relationship Type="http://schemas.openxmlformats.org/officeDocument/2006/relationships/notesSlide" Target="/ppt/notesSlides/notesSlide28.xml" Id="Re31368b8631e4623" 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a85c80a832b4348" /><Relationship Type="http://schemas.openxmlformats.org/officeDocument/2006/relationships/notesSlide" Target="/ppt/notesSlides/notesSlide29.xml" Id="R530ff5198fdb4ae0" /></Relationships>
</file>

<file path=ppt/slides/_rels/slide3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7dbf034218f4085" /><Relationship Type="http://schemas.openxmlformats.org/officeDocument/2006/relationships/notesSlide" Target="/ppt/notesSlides/notesSlide30.xml" Id="R42295cd632e6444f" /></Relationships>
</file>

<file path=ppt/slides/_rels/slide3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ef8391e29264985" /><Relationship Type="http://schemas.openxmlformats.org/officeDocument/2006/relationships/notesSlide" Target="/ppt/notesSlides/notesSlide31.xml" Id="R33ee207cf7b74c9a" /></Relationships>
</file>

<file path=ppt/slides/_rels/slide3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3c578e4f592475e" /><Relationship Type="http://schemas.openxmlformats.org/officeDocument/2006/relationships/notesSlide" Target="/ppt/notesSlides/notesSlide32.xml" Id="R3e2a0b0e9a6241db" /></Relationships>
</file>

<file path=ppt/slides/_rels/slide3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065c3dc19bb4723" /><Relationship Type="http://schemas.openxmlformats.org/officeDocument/2006/relationships/notesSlide" Target="/ppt/notesSlides/notesSlide33.xml" Id="Rb2900f2a37ff4712" /></Relationships>
</file>

<file path=ppt/slides/_rels/slide3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70f0c7e412046d3" /><Relationship Type="http://schemas.openxmlformats.org/officeDocument/2006/relationships/notesSlide" Target="/ppt/notesSlides/notesSlide34.xml" Id="R4dfe8256b8774db3" /></Relationships>
</file>

<file path=ppt/slides/_rels/slide3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e4f6158ff5748c5" /><Relationship Type="http://schemas.openxmlformats.org/officeDocument/2006/relationships/notesSlide" Target="/ppt/notesSlides/notesSlide35.xml" Id="Rbc99d5a9cb6c40a8" /></Relationships>
</file>

<file path=ppt/slides/_rels/slide3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b6b5dfc196c4577" /><Relationship Type="http://schemas.openxmlformats.org/officeDocument/2006/relationships/notesSlide" Target="/ppt/notesSlides/notesSlide36.xml" Id="R1092d2fcead44343" 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644ca8c2a7942c5" /><Relationship Type="http://schemas.openxmlformats.org/officeDocument/2006/relationships/notesSlide" Target="/ppt/notesSlides/notesSlide37.xml" Id="Rb3d04422428741c2" 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6aac52015d04971" /><Relationship Type="http://schemas.openxmlformats.org/officeDocument/2006/relationships/notesSlide" Target="/ppt/notesSlides/notesSlide38.xml" Id="Rce48bbf4af054982" 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912a8fa80274211" /><Relationship Type="http://schemas.openxmlformats.org/officeDocument/2006/relationships/notesSlide" Target="/ppt/notesSlides/notesSlide39.xml" Id="Re06664192b0344a6" 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81cd94abaec40d2" /><Relationship Type="http://schemas.openxmlformats.org/officeDocument/2006/relationships/notesSlide" Target="/ppt/notesSlides/notesSlide40.xml" Id="R510a3ab6cd2948a9" /></Relationships>
</file>

<file path=ppt/slides/_rels/slide4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a3d78c176114ea5" /><Relationship Type="http://schemas.openxmlformats.org/officeDocument/2006/relationships/notesSlide" Target="/ppt/notesSlides/notesSlide41.xml" Id="R2cb40d678199491f" 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47f703d186d496c" /><Relationship Type="http://schemas.openxmlformats.org/officeDocument/2006/relationships/notesSlide" Target="/ppt/notesSlides/notesSlide42.xml" Id="Rb6458e3dc59d4ea1" /></Relationships>
</file>

<file path=ppt/slides/_rels/slide4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0a853cf224945b6" /><Relationship Type="http://schemas.openxmlformats.org/officeDocument/2006/relationships/notesSlide" Target="/ppt/notesSlides/notesSlide43.xml" Id="Rf10ea2c4b2a848fe" /></Relationships>
</file>

<file path=ppt/slides/_rels/slide4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8762b40c2594e77" /><Relationship Type="http://schemas.openxmlformats.org/officeDocument/2006/relationships/notesSlide" Target="/ppt/notesSlides/notesSlide44.xml" Id="Rc2c8defb546049c3" /></Relationships>
</file>

<file path=ppt/slides/_rels/slide4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6464d7711cf4887" /><Relationship Type="http://schemas.openxmlformats.org/officeDocument/2006/relationships/notesSlide" Target="/ppt/notesSlides/notesSlide45.xml" Id="R91afe8051f5e4fea" /></Relationships>
</file>

<file path=ppt/slides/_rels/slide4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4177b3a82ac4d9f" /><Relationship Type="http://schemas.openxmlformats.org/officeDocument/2006/relationships/notesSlide" Target="/ppt/notesSlides/notesSlide46.xml" Id="R66e5432e44374c17" /></Relationships>
</file>

<file path=ppt/slides/_rels/slide4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ae4bdefff2c450f" /><Relationship Type="http://schemas.openxmlformats.org/officeDocument/2006/relationships/notesSlide" Target="/ppt/notesSlides/notesSlide47.xml" Id="R4bd3758665a64891" /></Relationships>
</file>

<file path=ppt/slides/_rels/slide4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9a7519621ca4327" /><Relationship Type="http://schemas.openxmlformats.org/officeDocument/2006/relationships/notesSlide" Target="/ppt/notesSlides/notesSlide48.xml" Id="Rf72555bed60346ac" /></Relationships>
</file>

<file path=ppt/slides/_rels/slide4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14cc13520584cf3" /><Relationship Type="http://schemas.openxmlformats.org/officeDocument/2006/relationships/notesSlide" Target="/ppt/notesSlides/notesSlide49.xml" Id="Re0d6a4cb6a804b84" 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19bf0548dd04074" /><Relationship Type="http://schemas.openxmlformats.org/officeDocument/2006/relationships/notesSlide" Target="/ppt/notesSlides/notesSlide50.xml" Id="Ra33c08ad3a02451f" /></Relationships>
</file>

<file path=ppt/slides/_rels/slide5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38aa2ebb25a4902" /><Relationship Type="http://schemas.openxmlformats.org/officeDocument/2006/relationships/notesSlide" Target="/ppt/notesSlides/notesSlide51.xml" Id="R8127904a4fc44162" /></Relationships>
</file>

<file path=ppt/slides/_rels/slide5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83a7d579d26411a" /><Relationship Type="http://schemas.openxmlformats.org/officeDocument/2006/relationships/notesSlide" Target="/ppt/notesSlides/notesSlide52.xml" Id="R174d615e0f1f49e6" /></Relationships>
</file>

<file path=ppt/slides/_rels/slide5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c76fb2f33414798" /><Relationship Type="http://schemas.openxmlformats.org/officeDocument/2006/relationships/notesSlide" Target="/ppt/notesSlides/notesSlide53.xml" Id="R3031096882fe4611" /></Relationships>
</file>

<file path=ppt/slides/_rels/slide5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743e31f9f7f474b" /><Relationship Type="http://schemas.openxmlformats.org/officeDocument/2006/relationships/notesSlide" Target="/ppt/notesSlides/notesSlide54.xml" Id="Rde57ee693f094c0f" /></Relationships>
</file>

<file path=ppt/slides/_rels/slide5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d4a7da1e48e45d4" /><Relationship Type="http://schemas.openxmlformats.org/officeDocument/2006/relationships/notesSlide" Target="/ppt/notesSlides/notesSlide55.xml" Id="Rca7be4f1806b408a" 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a5841f8efa04d89" /><Relationship Type="http://schemas.openxmlformats.org/officeDocument/2006/relationships/notesSlide" Target="/ppt/notesSlides/notesSlide56.xml" Id="R69841af721184559" 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3d4fdf103e146fe" /><Relationship Type="http://schemas.openxmlformats.org/officeDocument/2006/relationships/notesSlide" Target="/ppt/notesSlides/notesSlide57.xml" Id="R3a7b24dea54640cb" /></Relationships>
</file>

<file path=ppt/slides/_rels/slide5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edfc5caa0004fac" /><Relationship Type="http://schemas.openxmlformats.org/officeDocument/2006/relationships/notesSlide" Target="/ppt/notesSlides/notesSlide58.xml" Id="R4780b6af146349c1" /></Relationships>
</file>

<file path=ppt/slides/_rels/slide5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2bcf2c071ff44df" /><Relationship Type="http://schemas.openxmlformats.org/officeDocument/2006/relationships/notesSlide" Target="/ppt/notesSlides/notesSlide59.xml" Id="R67c4d08815914b71" /></Relationships>
</file>

<file path=ppt/slides/_rels/slide6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74f63ef2b494652" /><Relationship Type="http://schemas.openxmlformats.org/officeDocument/2006/relationships/notesSlide" Target="/ppt/notesSlides/notesSlide60.xml" Id="R308fc0d0f608451b" /></Relationships>
</file>

<file path=ppt/slides/_rels/slide6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c624eb52bc8406c" /><Relationship Type="http://schemas.openxmlformats.org/officeDocument/2006/relationships/notesSlide" Target="/ppt/notesSlides/notesSlide61.xml" Id="R28fbf892196f444a" /></Relationships>
</file>

<file path=ppt/slides/_rels/slide6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281d6878a7b48f3" /><Relationship Type="http://schemas.openxmlformats.org/officeDocument/2006/relationships/notesSlide" Target="/ppt/notesSlides/notesSlide62.xml" Id="Rb23f5fd567ce4d14" /></Relationships>
</file>

<file path=ppt/slides/_rels/slide6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f3926235bb440d6" /><Relationship Type="http://schemas.openxmlformats.org/officeDocument/2006/relationships/notesSlide" Target="/ppt/notesSlides/notesSlide63.xml" Id="Rdc62e8a025b5425c" /></Relationships>
</file>

<file path=ppt/slides/_rels/slide6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85be235e86b464c" /><Relationship Type="http://schemas.openxmlformats.org/officeDocument/2006/relationships/notesSlide" Target="/ppt/notesSlides/notesSlide64.xml" Id="R6ae935957397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35877-CB23-49F0-800C-23BF8BFE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45499-4E59-402A-A88B-FF5A16F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988446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C7C98-0F34-448A-8D4F-36CFD9BC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9814F-DEB8-4C0D-BF86-E89C3C9D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700553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1C05-BA13-4A9A-9530-7EEDEA5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C7065-82FD-4035-952C-3F26F901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515123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92CB4-1462-411E-8A0B-7A324E37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E12DE-F20B-4611-9F6B-FEF771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622002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456D5-BF3C-41A4-89C4-13D678B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E80D2-E4FB-4961-953A-46D7FC4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000673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D1D08-662E-4B8B-A761-ABC6E38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1F1B0-91C1-498F-8C7E-7DD0B1D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198738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B7D53-78BD-40D5-9109-FD74EA6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7FE5B-6389-469C-8301-4DA5B9AE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534159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D8B3-615F-4770-B5E2-B641B0C3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F4578-7FC8-4CB3-8DC4-1B542F28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50677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11806-3B73-482B-AA12-BDDA9EAE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0C191-5E9B-4F0C-9323-0AA68ED7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086217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577D2-C6AB-49A2-93FD-7B61070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43D82-0D3A-4E2C-9815-BE52F9BC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8404296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12A1C-C6B5-4F3B-A367-DC9E46B3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458E5-F0FB-47D1-8664-516751FC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9301041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DA809-DFC8-48EE-9B84-7AAF9F1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9F62A-1250-45C2-B2F9-6997317B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383144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C0E42-6516-495D-8DAE-9AF55045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3C232-9763-41A1-BDDA-853ACBE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3147536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F16B4-B939-4CDD-B47B-C7FB6CCC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B3867-75AD-48B1-8D13-39E33917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4455144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9D5AB-5CB3-41D0-BAA2-9E836A68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3903B-1B37-44EF-85ED-5AA5CB43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049610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80EDB-5AA3-4AFE-8519-51421666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0A0CB-90D5-4BC1-9B29-85EE61A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9518025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25A06-D42F-4A89-B981-96A8DDAA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03C71-C585-4B2F-B68F-1209936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829537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14133-FBCA-4B8C-8F0B-B3671894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5A5ED-A7CF-4061-AAF5-ABC8BD6E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8699034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228F3-F8DE-44B5-B927-87ECB644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E0CD6-3D33-4714-867C-51FC1950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4521021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963A8-8A24-49CA-8200-5904BACC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070B8-0055-427B-A3B7-104512A0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1425799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C39B6-5FA9-4C9A-8146-9E57B01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52392-B914-4E55-94FB-28BD6C6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3186168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50316-3451-470B-B001-AA6F4891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184D-249F-418F-B00E-6DAB6E6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9642229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17B51-31D8-4E77-AEB3-6B74D87E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F7EEB-51E0-4B13-BA65-C336589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3310320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4D81F-EEBF-4272-A79D-6FF8B98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9EC89-E94B-4E71-B962-CAA745AD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0445049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F77EC-79CF-4395-8752-D72CB173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CB095-9C02-4856-9E88-85555F14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8851802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46C9-093A-470F-9A0A-D6521574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1CC85-0AED-4E7A-A58F-0AF93B0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2301735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FB00E-6ED6-43A8-A36A-E06CAF6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9445F-A8C9-4532-B20C-EFA05094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18718475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F32B-2FCE-485C-9EA1-B47980E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6C7BB-CCF3-49AD-ADA0-76B37FC9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7565235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21DE6-8B0C-4AA8-8072-9CC39CE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19841-89AA-42A2-96B5-B357B026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3457791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DB598-C217-4C89-8123-B7A66F5A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525FE-8012-47C5-84DD-7A7549B5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9701275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EA96D-38A0-4A39-AF5C-20076338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81E75-B45F-4807-A206-B1712B0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8567138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F99C5-44C0-4316-8EBE-FD1CC40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75F14-0318-4849-A1F5-93186FF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2105075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366B-B4C2-49AF-A2DC-89BB9FF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B9A38-1678-4D59-9BEA-71BADC3D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8248415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77107-F13C-45AF-950C-B9807E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6B25D-6108-4326-BA03-CCC683F4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3878484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94856-B1C2-41C9-8522-882A070B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3A737-EA34-4399-B208-05671FE9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098225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B1B9D-FA14-4ECF-B51B-C62E0DC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FEA0C-ADD5-4E6F-96D8-6F1E7C9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69184062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5AE11-BE68-470B-9C55-E14100C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F4DE-7897-4AB5-AFEA-2264439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942240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91BE-2B20-4A98-85DA-C5A52F6C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77FF5-2FB5-4FCE-86D5-BB3C54EA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3253540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9EA89-5E79-4410-B3C8-3AB145B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79FAF-12DA-4CA4-9924-6C177D5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488720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F4CEA-E18B-493C-A3B5-0D2BFB0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F80A-9E22-45E7-BB81-DCAE3FE9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1218754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7846A-D2B4-45DD-AB99-F02CFC66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30417-3157-4024-9900-D025A124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54134626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55D3D-CC07-4108-A88E-EB5FA9A6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02C2B-FB96-47D1-B5D5-9663792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09900396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3036B-A340-492C-AE17-3D8D21E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51F1E-58DB-4A5D-8FAA-D9E3CFC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04202695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F4ED0-12B9-49DD-A791-342531C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D1AE5-203B-4AC6-9597-94555C1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96874238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063DE-66DD-4232-9CB5-2C25B0D6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F1B12-242D-4894-9CED-A809C6FC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5480143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F0B67-D70B-42CB-AA14-CB1CCAD8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0316E-299C-460B-86D8-9814EB8C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83676493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33C43-C368-4556-9410-C4A3F87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F05DA-B457-4B6B-A122-15E6C088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71756905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0E2E7-CC58-4FE6-A19E-B285969A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43D6-8A19-4B06-BB28-B88AE1DD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6311243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61023-773D-4616-ABD2-8B3CBD70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49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7E389-9D26-456E-8B52-FDD43DB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52850025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472CC-B654-4C54-B360-5EBAEEEF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2D5F7-6A6E-4E6E-A09F-76D4C6C8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13716954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572AB-B2BF-497C-BC79-478650F8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284E1-7CA5-487E-A5F1-224406E2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47129610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30170-163A-440B-B819-BE4E9B8E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C58E9-6921-4AF2-A528-2CE83660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15830549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7F06C-1C39-46D7-844F-8BE49EFB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68BC8-0B79-45C3-BA73-EFDA57AB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0759546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49DA8-2453-490E-A18B-2ED8612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4C91E-E814-4C6C-93D4-FAC81D4E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00852494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E8999-6473-4EEC-8FD2-CA9A7675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A3BF4-935B-42E1-9003-89B9619C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57432541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163F-745E-401E-8122-AB31FAE8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48B51-C388-4292-8D67-90D1B110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05881553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061C4-01EE-4673-9D93-CBFB75B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1BE3C-DC12-4393-9F95-18771F22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72388250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7ACBC-587C-4DD0-B515-8D5B0D99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F8F32-AB9B-48AA-AD9D-1596E30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92722812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699B1-F4F1-4FF4-AE06-8D3D64FF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B1585-AB23-4ED5-A306-70D48D0A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1346343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5A213-9510-4F6E-9092-CD47B85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ADEC8-A24D-4056-AF35-65403561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08987470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05AEA-6A7C-44BC-85B0-37136691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EC648-0CFE-42AA-8199-2EB4004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213838528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D6BAC-6E92-49F2-BB64-18A5E5A0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62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A0D04-9329-44AE-816C-3B2EBDAE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60037356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1C0C5-3D6D-4D8D-8BB6-351105FA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63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A0151-868A-49A4-95B0-1DB3DEE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66463449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B0F03-B9B1-4AC3-B751-577303C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large-64 · 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7A365-1374-4FC2-B7A3-202858D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382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613082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2026-10-04T19:51:13.6820000Z</dcterms:created>
  <dcterms:modified xsi:type="dcterms:W3CDTF">2026-10-04T19:51:13.6820000Z</dcterms:modified>
</coreProperties>
</file>
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Type="http://schemas.openxmlformats.org/package/2006/relationships/metadata/core-properties" Target="/docProps/core.xml" Id="Rd9ae85fef9724827" /><Relationship Type="http://schemas.openxmlformats.org/officeDocument/2006/relationships/extended-properties" Target="/docProps/app.xml" Id="Re60182ecfb924e5e" /><Relationship Type="http://schemas.openxmlformats.org/officeDocument/2006/relationships/officeDocument" Target="/ppt/presentation.xml" Id="R7ea5f43240ef48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16206a9dc84b14"/>
  </p:sldMasterIdLst>
  <p:notesMasterIdLst>
    <p:notesMasterId xmlns:r="http://schemas.openxmlformats.org/officeDocument/2006/relationships" r:id="R4f9a532aeae74738"/>
  </p:notesMasterIdLst>
  <p:sldIdLst>
    <p:sldId xmlns:r="http://schemas.openxmlformats.org/officeDocument/2006/relationships" id="256" r:id="R8725ec00f51e4e9d"/>
    <p:sldId xmlns:r="http://schemas.openxmlformats.org/officeDocument/2006/relationships" id="257" r:id="Rd3daddb1eac1434d"/>
    <p:sldId xmlns:r="http://schemas.openxmlformats.org/officeDocument/2006/relationships" id="258" r:id="Rb618e01af5b64f40"/>
  </p:sldIdLst>
  <p:sldSz cx="7620000" cy="5715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6a021dbcc7e94773" /><Relationship Type="http://schemas.openxmlformats.org/officeDocument/2006/relationships/slideMaster" Target="/ppt/slideMasters/slideMaster1.xml" Id="R5f16206a9dc84b14" /><Relationship Type="http://schemas.openxmlformats.org/officeDocument/2006/relationships/notesMaster" Target="/ppt/notesMasters/notesMaster1.xml" Id="R4f9a532aeae74738" /><Relationship Type="http://schemas.openxmlformats.org/officeDocument/2006/relationships/presProps" Target="/ppt/presProps.xml" Id="R300b1dfcb42a4b91" /><Relationship Type="http://schemas.openxmlformats.org/officeDocument/2006/relationships/tableStyles" Target="/ppt/tableStyles.xml" Id="R01ce146c058446ca" /><Relationship Type="http://schemas.openxmlformats.org/officeDocument/2006/relationships/slide" Target="/ppt/slides/slide1.xml" Id="R8725ec00f51e4e9d" /><Relationship Type="http://schemas.openxmlformats.org/officeDocument/2006/relationships/slide" Target="/ppt/slides/slide2.xml" Id="Rd3daddb1eac1434d" /><Relationship Type="http://schemas.openxmlformats.org/officeDocument/2006/relationships/slide" Target="/ppt/slides/slide3.xml" Id="Rb618e01af5b64f40" /></Relationships>
</file>

<file path=ppt/notesMasters/_rels/notesMaster1.xml.rels><?xml version="1.0" encoding="utf-8"?><Relationships xmlns="http://schemas.openxmlformats.org/package/2006/relationships"><Relationship Type="http://schemas.openxmlformats.org/officeDocument/2006/relationships/theme" Target="/ppt/notesMasters/theme/theme3.xml" Id="R90bd41d0e8c64f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"1.0" encoding="utf-8"?><Relationships xmlns="http://schemas.openxmlformats.org/package/2006/relationships"><Relationship Type="http://schemas.openxmlformats.org/officeDocument/2006/relationships/slide" Target="/ppt/slides/slide1.xml" Id="Rcde42131ebec42fa" /><Relationship Type="http://schemas.openxmlformats.org/officeDocument/2006/relationships/notesMaster" Target="/ppt/notesMasters/notesMaster1.xml" Id="Rfaa183b77de44fcf" /></Relationships>
</file>

<file path=ppt/notesSlides/_rels/notesSlide2.xml.rels><?xml version="1.0" encoding="utf-8"?><Relationships xmlns="http://schemas.openxmlformats.org/package/2006/relationships"><Relationship Type="http://schemas.openxmlformats.org/officeDocument/2006/relationships/slide" Target="/ppt/slides/slide2.xml" Id="R2d6a6669fb7549f6" /><Relationship Type="http://schemas.openxmlformats.org/officeDocument/2006/relationships/notesMaster" Target="/ppt/notesMasters/notesMaster1.xml" Id="Rd3c984a56f664e6e" /></Relationships>
</file>

<file path=ppt/notesSlides/_rels/notesSlide3.xml.rels><?xml version="1.0" encoding="utf-8"?><Relationships xmlns="http://schemas.openxmlformats.org/package/2006/relationships"><Relationship Type="http://schemas.openxmlformats.org/officeDocument/2006/relationships/slide" Target="/ppt/slides/slide3.xml" Id="Rdf96fb51c2b542a1" /><Relationship Type="http://schemas.openxmlformats.org/officeDocument/2006/relationships/notesMaster" Target="/ppt/notesMasters/notesMaster1.xml" Id="Re7e7339b0b0c49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standard-4-3 · 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standard-4-3 · 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Vesperwind test-owned note: Vesperwind fixture · standard-4-3 · 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fdcd7bc84f674c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?><Relationships xmlns="http://schemas.openxmlformats.org/package/2006/relationships"><Relationship Type="http://schemas.openxmlformats.org/officeDocument/2006/relationships/theme" Target="/ppt/slideMasters/theme/theme2.xml" Id="R5680eaaf518d4cef" /><Relationship Type="http://schemas.openxmlformats.org/officeDocument/2006/relationships/slideLayout" Target="/ppt/slideLayouts/slideLayout1.xml" Id="R55712cbce9c7436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712cbce9c7436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11de1811d52b4488" /><Relationship Type="http://schemas.openxmlformats.org/officeDocument/2006/relationships/notesSlide" Target="/ppt/notesSlides/notesSlide1.xml" Id="R96bb9b5a372c49f6" 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b83d25ed103b4171" /><Relationship Type="http://schemas.openxmlformats.org/officeDocument/2006/relationships/notesSlide" Target="/ppt/notesSlides/notesSlide2.xml" Id="R63798886e8a145fa" 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1.xml" Id="R80d58c63e1cb46e6" /><Relationship Type="http://schemas.openxmlformats.org/officeDocument/2006/relationships/notesSlide" Target="/ppt/notesSlides/notesSlide3.xml" Id="Rd8b840b5995746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141EF3-A217-438F-9C80-C9FC5082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standard-4-3 ·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90A541-207F-4F39-9E94-2B3D1822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6858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12935143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9FD90C-FE98-4FD5-AA12-C399DC97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standard-4-3 ·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FC3E2A-BC24-48BF-8E69-D2B90CE1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6858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14963846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00BE0-8616-49F2-AB28-C72B12E6F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8125"/>
            <a:ext cx="809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3153"/>
                </a:solidFill>
                <a:latin typeface="Arial"/>
                <a:ea typeface="Arial"/>
                <a:cs typeface="Arial"/>
              </a:rPr>
              <a:t>Vesperwind fixture · standard-4-3 ·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6CE91-0C9C-4A0E-97A0-558365C55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43000"/>
            <a:ext cx="685800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English · Привет мир · 日本語</a:t>
            </a:r>
          </a:p>
          <a:p xmlns:a="http://schemas.openxmlformats.org/drawingml/2006/main">
            <a:pPr>
              <a:defRPr sz="2250">
                <a:solidFill>
                  <a:srgbClr val="183153"/>
                </a:solidFill>
                <a:latin typeface="Arial"/>
                <a:ea typeface="Arial"/>
                <a:cs typeface="Arial"/>
              </a:defRPr>
            </a:pPr>
            <a:r>
              <a:rPr sz="2250">
                <a:solidFill>
                  <a:srgbClr val="183153"/>
                </a:solidFill>
                <a:latin typeface="Arial"/>
                <a:ea typeface="Arial"/>
                <a:cs typeface="Arial"/>
              </a:rPr>
              <a:t>Slide navigation and notes</a:t>
            </a:r>
          </a:p>
        </p:txBody>
      </p:sp>
    </p:spTree>
    <p:extLst>
      <p:ext uri="{BB962C8B-B14F-4D97-AF65-F5344CB8AC3E}">
        <p14:creationId xmlns:p14="http://schemas.microsoft.com/office/powerpoint/2010/main" val="19381467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2026-10-04T19:51:13.5710000Z</dcterms:created>
  <dcterms:modified xsi:type="dcterms:W3CDTF">2026-10-04T19:51:13.5710000Z</dcterms:modified>
</coreProperties>
</file>
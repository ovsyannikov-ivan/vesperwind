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embeddings/chart-data.xlsx" ContentType="application/vnd.openxmlformats-officedocument.spreadsheetml.sheet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bda1a88606e43a0" /><Relationship Type="http://schemas.openxmlformats.org/officeDocument/2006/relationships/extended-properties" Target="/docProps/app.xml" Id="Rcf54b39680104d22" /><Relationship Type="http://schemas.openxmlformats.org/officeDocument/2006/relationships/officeDocument" Target="/ppt/presentation.xml" Id="R562a81f918c04c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c0354144f4134"/>
  </p:sldMasterIdLst>
  <p:notesMasterIdLst>
    <p:notesMasterId xmlns:r="http://schemas.openxmlformats.org/officeDocument/2006/relationships" r:id="R1d6a2765bd154bfc"/>
  </p:notesMasterIdLst>
  <p:sldIdLst>
    <p:sldId xmlns:r="http://schemas.openxmlformats.org/officeDocument/2006/relationships" id="256" r:id="R6af5c3c98b4445e1"/>
    <p:sldId xmlns:r="http://schemas.openxmlformats.org/officeDocument/2006/relationships" id="257" r:id="R95dfbfe0380446a7"/>
    <p:sldId xmlns:r="http://schemas.openxmlformats.org/officeDocument/2006/relationships" id="258" r:id="R844dc98087fd4405"/>
    <p:sldId xmlns:r="http://schemas.openxmlformats.org/officeDocument/2006/relationships" id="259" r:id="R03a0bebd3a1b4f33"/>
    <p:sldId xmlns:r="http://schemas.openxmlformats.org/officeDocument/2006/relationships" id="260" r:id="R44448fff4f6549f8"/>
    <p:sldId xmlns:r="http://schemas.openxmlformats.org/officeDocument/2006/relationships" id="261" r:id="R7b8dbe62ee714c0d"/>
    <p:sldId xmlns:r="http://schemas.openxmlformats.org/officeDocument/2006/relationships" id="262" r:id="R8a2f909d76fb4b50"/>
    <p:sldId xmlns:r="http://schemas.openxmlformats.org/officeDocument/2006/relationships" id="263" r:id="Rdc117e3e5049499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7b1a29919ec3414f" /><Relationship Type="http://schemas.openxmlformats.org/officeDocument/2006/relationships/slideMaster" Target="/ppt/slideMasters/slideMaster1.xml" Id="Red2c0354144f4134" /><Relationship Type="http://schemas.openxmlformats.org/officeDocument/2006/relationships/notesMaster" Target="/ppt/notesMasters/notesMaster1.xml" Id="R1d6a2765bd154bfc" /><Relationship Type="http://schemas.openxmlformats.org/officeDocument/2006/relationships/presProps" Target="/ppt/presProps.xml" Id="Ra9b91148c24a49f9" /><Relationship Type="http://schemas.openxmlformats.org/officeDocument/2006/relationships/tableStyles" Target="/ppt/tableStyles.xml" Id="R4bed6885910d4f00" /><Relationship Type="http://schemas.openxmlformats.org/officeDocument/2006/relationships/slide" Target="/ppt/slides/slide1.xml" Id="R6af5c3c98b4445e1" /><Relationship Type="http://schemas.openxmlformats.org/officeDocument/2006/relationships/slide" Target="/ppt/slides/slide2.xml" Id="R95dfbfe0380446a7" /><Relationship Type="http://schemas.openxmlformats.org/officeDocument/2006/relationships/slide" Target="/ppt/slides/slide3.xml" Id="R844dc98087fd4405" /><Relationship Type="http://schemas.openxmlformats.org/officeDocument/2006/relationships/slide" Target="/ppt/slides/slide4.xml" Id="R03a0bebd3a1b4f33" /><Relationship Type="http://schemas.openxmlformats.org/officeDocument/2006/relationships/slide" Target="/ppt/slides/slide5.xml" Id="R44448fff4f6549f8" /><Relationship Type="http://schemas.openxmlformats.org/officeDocument/2006/relationships/slide" Target="/ppt/slides/slide6.xml" Id="R7b8dbe62ee714c0d" /><Relationship Type="http://schemas.openxmlformats.org/officeDocument/2006/relationships/slide" Target="/ppt/slides/slide7.xml" Id="R8a2f909d76fb4b50" /><Relationship Type="http://schemas.openxmlformats.org/officeDocument/2006/relationships/slide" Target="/ppt/slides/slide8.xml" Id="Rdc117e3e5049499c" /></Relationships>
</file>

<file path=ppt/charts/_rels/chart1.xml.rels><?xml version="1.0" encoding="UTF-8"?><Relationships xmlns="http://schemas.openxmlformats.org/package/2006/relationships"><Relationship Id="rIdWorkbook" Type="http://schemas.openxmlformats.org/officeDocument/2006/relationships/package" Target="../embeddings/chart-data.xlsx"/></Relationships>
</file>

<file path=ppt/charts/chart1.xml><?xml version="1.0" encoding="utf-8"?>
<c:chartSpace xmlns:r="http://schemas.openxmlformats.org/officeDocument/2006/relationships"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A</c:v>
          </c:tx>
          <c:spPr>
            <a:solidFill xmlns:a="http://schemas.openxmlformats.org/drawingml/2006/main">
              <a:srgbClr val="2B6CB0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0"/>
              </c:numCache>
            </c:numRef>
          </c:val>
        </c:ser>
        <c:ser>
          <c:idx val="1"/>
          <c:order val="1"/>
          <c:tx>
            <c:v>Series B</c:v>
          </c:tx>
          <c:spPr>
            <a:solidFill xmlns:a="http://schemas.openxmlformats.org/drawingml/2006/main">
              <a:srgbClr val="DD6B20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0"/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Workbook">
    <c:autoUpdate val="0"/>
  </c:externalData>
</c:chartSpace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4f55373673f7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b6b86e15bfee4d68" /><Relationship Type="http://schemas.openxmlformats.org/officeDocument/2006/relationships/notesMaster" Target="/ppt/notesMasters/notesMaster1.xml" Id="R1004666bdc0e4f23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aed078ca965e4932" /><Relationship Type="http://schemas.openxmlformats.org/officeDocument/2006/relationships/notesMaster" Target="/ppt/notesMasters/notesMaster1.xml" Id="Rf8d91cd0020a4ad9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fa15c4569fa44e09" /><Relationship Type="http://schemas.openxmlformats.org/officeDocument/2006/relationships/notesMaster" Target="/ppt/notesMasters/notesMaster1.xml" Id="R4b6073da8ac949a2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80bd1d7545984a44" /><Relationship Type="http://schemas.openxmlformats.org/officeDocument/2006/relationships/notesMaster" Target="/ppt/notesMasters/notesMaster1.xml" Id="R23f3c9c8b0584f89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dfaf020885f640c6" /><Relationship Type="http://schemas.openxmlformats.org/officeDocument/2006/relationships/notesMaster" Target="/ppt/notesMasters/notesMaster1.xml" Id="R72183673bc024622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e56add476b7c491f" /><Relationship Type="http://schemas.openxmlformats.org/officeDocument/2006/relationships/notesMaster" Target="/ppt/notesMasters/notesMaster1.xml" Id="Rd3bf116c25b944e5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18351807f9564353" /><Relationship Type="http://schemas.openxmlformats.org/officeDocument/2006/relationships/notesMaster" Target="/ppt/notesMasters/notesMaster1.xml" Id="Rf81c6f1f5b124d6e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28551644d7844d2d" /><Relationship Type="http://schemas.openxmlformats.org/officeDocument/2006/relationships/notesMaster" Target="/ppt/notesMasters/notesMaster1.xml" Id="Rc783b365f215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9ef865faea6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652121557b6c4926" /><Relationship Type="http://schemas.openxmlformats.org/officeDocument/2006/relationships/slideLayout" Target="/ppt/slideLayouts/slideLayout1.xml" Id="R1c663f5289954e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p="http://schemas.openxmlformats.org/presentationml/2006/main" xmlns:a="http://schemas.openxmlformats.org/drawingml/2006/main">
        <p:nvSpPr>
          <p:cNvPr id="990" name="Inherited master marker"/>
          <p:cNvSpPr/>
          <p:nvPr/>
        </p:nvSpPr>
        <p:spPr>
          <a:xfrm>
            <a:off x="8667750" y="4762500"/>
            <a:ext cx="285750" cy="285750"/>
          </a:xfrm>
          <a:prstGeom prst="rect">
            <a:avLst/>
          </a:prstGeom>
          <a:solidFill>
            <a:schemeClr val="accent1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63f5289954e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bd79fd7c8d4ee4" /><Relationship Type="http://schemas.openxmlformats.org/officeDocument/2006/relationships/notesSlide" Target="/ppt/notesSlides/notesSlide1.xml" Id="Ra3e9dc555d484428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ee3dd7391554be0" /><Relationship Type="http://schemas.openxmlformats.org/officeDocument/2006/relationships/notesSlide" Target="/ppt/notesSlides/notesSlide2.xml" Id="R77d6cd37f7c044ef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16741225af84da8" /><Relationship Type="http://schemas.openxmlformats.org/officeDocument/2006/relationships/image" Target="/ppt/media/image.png" Id="Re1ff827bd89045ff" /><Relationship Type="http://schemas.openxmlformats.org/officeDocument/2006/relationships/image" Target="/ppt/media/image2.png" Id="Rf106c72da3b5491b" /><Relationship Type="http://schemas.openxmlformats.org/officeDocument/2006/relationships/image" Target="/ppt/media/image.svg" Id="R3cc1f5c8834d4d10" /><Relationship Type="http://schemas.openxmlformats.org/officeDocument/2006/relationships/image" Target="/ppt/media/image.jpeg" Id="Ra87ba0a4baab42c9" /><Relationship Type="http://schemas.openxmlformats.org/officeDocument/2006/relationships/notesSlide" Target="/ppt/notesSlides/notesSlide3.xml" Id="R4e1e32959beb4eb8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2f30c7df82946da" /><Relationship Type="http://schemas.openxmlformats.org/officeDocument/2006/relationships/notesSlide" Target="/ppt/notesSlides/notesSlide4.xml" Id="Re3cde0f20036421e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f80346377e34cc7" /><Relationship Type="http://schemas.openxmlformats.org/officeDocument/2006/relationships/chart" Target="/ppt/charts/chart1.xml" Id="R3c5eec8fd02f4da9" /><Relationship Type="http://schemas.openxmlformats.org/officeDocument/2006/relationships/notesSlide" Target="/ppt/notesSlides/notesSlide5.xml" Id="R1f343c8c27724465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c33ac2d2b514bd7"/><Relationship Type="http://schemas.openxmlformats.org/officeDocument/2006/relationships/notesSlide" Target="/ppt/notesSlides/notesSlide6.xml" Id="R9b4c385cc2994007"/><Relationship Id="ownedHyperlink" Type="http://schemas.openxmlformats.org/officeDocument/2006/relationships/hyperlink" Target="https://example.invalid/owned" TargetMode="External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27512644d644a7d" /><Relationship Type="http://schemas.openxmlformats.org/officeDocument/2006/relationships/notesSlide" Target="/ppt/notesSlides/notesSlide7.xml" Id="R6ebe886ca40f44de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04d4feb24b54917" /><Relationship Type="http://schemas.openxmlformats.org/officeDocument/2006/relationships/notesSlide" Target="/ppt/notesSlides/notesSlide8.xml" Id="Recc454227a69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3B590-110D-42C3-9F53-68F5000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AB37A-CAC5-4DC2-83CA-082D390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title / Привет мир / 日本語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7377-87F1-4001-990F-A662448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Arial bold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5DCE-6279-48FF-9B57-E2A96B7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i="1">
                <a:solidFill>
                  <a:srgbClr val="AA22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i="1">
                <a:solidFill>
                  <a:srgbClr val="AA2244"/>
                </a:solidFill>
                <a:latin typeface="Times New Roman"/>
                <a:ea typeface="Times New Roman"/>
                <a:cs typeface="Times New Roman"/>
              </a:rPr>
              <a:t>Times italic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ADB8B-0906-4D2E-B066-B59C2E0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3153"/>
                </a:solidFill>
                <a:latin typeface="Arial"/>
                <a:ea typeface="Arial"/>
                <a:cs typeface="Arial"/>
              </a:rPr>
              <a:t>Wrapping: repeated words should wrap inside this narrow text box. Пример переноса строк.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612F7-9C87-4983-A6F7-ED3D62A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5334000" y="3143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153"/>
                </a:solidFill>
                <a:latin typeface="Arial"/>
                <a:ea typeface="Arial"/>
                <a:cs typeface="Arial"/>
              </a:rPr>
              <a:t>Rotated text</a:t>
            </a:r>
          </a:p>
        </p:txBody>
      </p:sp>
    </p:spTree>
    <p:extLst>
      <p:ext uri="{BB962C8B-B14F-4D97-AF65-F5344CB8AC3E}">
        <p14:creationId xmlns:p14="http://schemas.microsoft.com/office/powerpoint/2010/main" val="57237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0F0D3-7AB9-490B-86D0-094B053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7D29-D7D5-4ED6-A262-404503E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3333750" cy="1714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5555"/>
              </a:gs>
              <a:gs pos="100000">
                <a:srgbClr val="2244CC"/>
              </a:gs>
            </a:gsLst>
            <a:lin ang="0"/>
          </a:gradFill>
          <a:ln xmlns:a="http://schemas.openxmlformats.org/drawingml/2006/main" w="19050">
            <a:solidFill>
              <a:srgbClr val="18315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5096F-37B6-4BB3-AFB0-C4BB8C4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A88">
              <a:alpha val="50000"/>
            </a:srgbClr>
          </a:solidFill>
          <a:ln xmlns:a="http://schemas.openxmlformats.org/drawingml/2006/main" w="28575">
            <a:solidFill>
              <a:srgbClr val="0066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57C2D-5A74-4F00-95FA-DC3EEE1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33500"/>
            <a:ext cx="2857500" cy="952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275CB-41EF-4304-8954-24B17AE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05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Gradient / transparency / arrow</a:t>
            </a:r>
          </a:p>
        </p:txBody>
      </p:sp>
    </p:spTree>
    <p:extLst>
      <p:ext uri="{BB962C8B-B14F-4D97-AF65-F5344CB8AC3E}">
        <p14:creationId xmlns:p14="http://schemas.microsoft.com/office/powerpoint/2010/main" val="1889464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AE9E5-A7CD-44A5-B39D-97F7229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f827bd89045ff"/>
          <a:stretch xmlns:a="http://schemas.openxmlformats.org/drawingml/2006/main"/>
        </p:blipFill>
        <p:spPr>
          <a:xfrm xmlns:a="http://schemas.openxmlformats.org/drawingml/2006/main">
            <a:off x="381000" y="1148953"/>
            <a:ext cx="3333750" cy="2083594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6c72da3b5491b">
            <a:extLst>
              <a:ext uri="{96DAC541-7B7A-43D3-8B79-37D633B846F1}">
                <asvg:svgBlip xmlns:asvg="http://schemas.microsoft.com/office/drawing/2016/SVG/main" r:embed="R3cc1f5c8834d4d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67250" y="1143000"/>
            <a:ext cx="3333750" cy="2095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ba0a4baab42c9"/>
          <a:stretch xmlns:a="http://schemas.openxmlformats.org/drawingml/2006/main"/>
        </p:blipFill>
        <p:spPr>
          <a:xfrm xmlns:a="http://schemas.openxmlformats.org/drawingml/2006/main">
            <a:off x="4095750" y="3476625"/>
            <a:ext cx="1143000" cy="71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84686-5ED8-4C6E-9E1F-7189D8F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PNG, JPEG and SVG image placement</a:t>
            </a:r>
          </a:p>
        </p:txBody>
      </p:sp>
    </p:spTree>
    <p:extLst>
      <p:ext uri="{BB962C8B-B14F-4D97-AF65-F5344CB8AC3E}">
        <p14:creationId xmlns:p14="http://schemas.microsoft.com/office/powerpoint/2010/main" val="525263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5BD04-D05F-47E0-AC5C-117602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4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238250"/>
          <a:ext xmlns:a="http://schemas.openxmlformats.org/drawingml/2006/main" cx="7905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5250"/>
                <a:gridCol w="2635250"/>
                <a:gridCol w="2635250"/>
              </a:tblGrid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English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Бета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Русский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日本語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55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61DEA-08D4-4713-AC38-F87AFCE4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5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571500" y="1143000"/>
          <a:ext xmlns:a="http://schemas.openxmlformats.org/drawingml/2006/main" cx="7620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5eec8fd02f4da9"/>
          </a:graphicData>
        </a:graphic>
      </p:graphicFrame>
    </p:spTree>
    <p:extLst>
      <p:ext uri="{BB962C8B-B14F-4D97-AF65-F5344CB8AC3E}">
        <p14:creationId xmlns:p14="http://schemas.microsoft.com/office/powerpoint/2010/main" val="14964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1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F77A-C180-429F-9AB1-99815D2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585A-3D3A-49A8-A556-27531ED0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Theme / background /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75C6B-C157-4512-97E4-C61B000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5B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5BFFF"/>
                </a:solidFill>
                <a:latin typeface="Arial"/>
                <a:ea typeface="Arial"/>
                <a:cs typeface="Arial"/>
                <a:hlinkClick xmlns:r="http://schemas.openxmlformats.org/officeDocument/2006/relationships" r:id="ownedHyperlink"/>
              </a:rPr>
              <a:t>Inert hyperlink: https://example.invalid/</a:t>
            </a:r>
          </a:p>
        </p:txBody>
      </p:sp>
    </p:spTree>
    <p:extLst>
      <p:ext uri="{BB962C8B-B14F-4D97-AF65-F5344CB8AC3E}">
        <p14:creationId xmlns:p14="http://schemas.microsoft.com/office/powerpoint/2010/main" val="990401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1F910-685D-4CEB-AA86-2BEAFDE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4910-6870-416C-964C-B1CA8B8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Group transform / nested shapes</a:t>
            </a:r>
          </a:p>
        </p:txBody>
      </p:sp>
      <p:grpSp xmlns:p="http://schemas.openxmlformats.org/presentationml/2006/main" xmlns:a="http://schemas.openxmlformats.org/drawingml/2006/main">
        <p:nvGrpSpPr>
          <p:cNvPr id="900" name="Owned group"/>
          <p:cNvGrpSpPr/>
          <p:nvPr/>
        </p:nvGrpSpPr>
        <p:grpSpPr>
          <a:xfrm rot="900000">
            <a:off x="1428750" y="2381250"/>
            <a:ext cx="3619500" cy="952500"/>
            <a:chOff x="1428750" y="2381250"/>
            <a:chExt cx="3619500" cy="952500"/>
          </a:xfrm>
        </p:grpSpPr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05FF429-7053-43F8-9016-67A5B0DFDB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381250"/>
              <a:ext cx="1905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472C4"/>
            </a:solidFill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4EA1D843-0140-4532-A267-F3918F716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0" y="2381250"/>
              <a:ext cx="1428750" cy="9525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7D31"/>
            </a:solidFill>
          </p:spPr>
        </p:sp>
      </p:grpSp>
    </p:spTree>
    <p:extLst>
      <p:ext uri="{BB962C8B-B14F-4D97-AF65-F5344CB8AC3E}">
        <p14:creationId xmlns:p14="http://schemas.microsoft.com/office/powerpoint/2010/main" val="871797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99BA-7D8A-4D7F-92BF-4418408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37A4-DD88-455F-95CA-E588B98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153"/>
                </a:solidFill>
                <a:latin typeface="Arial"/>
                <a:ea typeface="Arial"/>
                <a:cs typeface="Arial"/>
              </a:rPr>
              <a:t>Equation / SmartArt acceptance requires a genuine producer oracle.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64F01-9559-4B1F-8F90-13BCCC28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3153"/>
                </a:solidFill>
                <a:latin typeface="Arial"/>
                <a:ea typeface="Arial"/>
                <a:cs typeface="Arial"/>
              </a:rPr>
              <a:t>This fixture does not pretend to contain genuine SmartArt.</a:t>
            </a:r>
          </a:p>
        </p:txBody>
      </p:sp>
    </p:spTree>
    <p:extLst>
      <p:ext uri="{BB962C8B-B14F-4D97-AF65-F5344CB8AC3E}">
        <p14:creationId xmlns:p14="http://schemas.microsoft.com/office/powerpoint/2010/main" val="1183484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2026-10-04T19:51:13.2640000Z</dcterms:created>
  <dcterms:modified xsi:type="dcterms:W3CDTF">2026-10-04T19:51:13.2640000Z</dcterms:modified>
</coreProperties>
</file>